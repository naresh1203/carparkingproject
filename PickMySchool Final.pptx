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Garet" charset="1" panose="00000000000000000000"/>
      <p:regular r:id="rId18"/>
    </p:embeddedFont>
    <p:embeddedFont>
      <p:font typeface="Garet Bold" charset="1" panose="00000000000000000000"/>
      <p:regular r:id="rId19"/>
    </p:embeddedFont>
    <p:embeddedFont>
      <p:font typeface="Times New Roman Bold" charset="1" panose="02020803070505020304"/>
      <p:regular r:id="rId20"/>
    </p:embeddedFont>
    <p:embeddedFont>
      <p:font typeface="Open Sans" charset="1" panose="020B0606030504020204"/>
      <p:regular r:id="rId21"/>
    </p:embeddedFont>
    <p:embeddedFont>
      <p:font typeface="Open Sans Bold" charset="1" panose="020B0806030504020204"/>
      <p:regular r:id="rId22"/>
    </p:embeddedFont>
    <p:embeddedFont>
      <p:font typeface="Canva Sans Bold" charset="1" panose="020B0803030501040103"/>
      <p:regular r:id="rId23"/>
    </p:embeddedFont>
    <p:embeddedFont>
      <p:font typeface="Canva Sans" charset="1" panose="020B0503030501040103"/>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https://learn.microsoft.com" TargetMode="External" Type="http://schemas.openxmlformats.org/officeDocument/2006/relationships/hyperlink"/><Relationship Id="rId3" Target="https://learn.microsoft.com" TargetMode="External" Type="http://schemas.openxmlformats.org/officeDocument/2006/relationships/hyperlink"/><Relationship Id="rId4" Target="https://learn.microsoft.com" TargetMode="External" Type="http://schemas.openxmlformats.org/officeDocument/2006/relationships/hyperlink"/><Relationship Id="rId5" Target="https://learn.microsoft.com" TargetMode="External" Type="http://schemas.openxmlformats.org/officeDocument/2006/relationships/hyperlink"/><Relationship Id="rId6" Target="https://www.w3schools.com" TargetMode="External" Type="http://schemas.openxmlformats.org/officeDocument/2006/relationships/hyperlink"/><Relationship Id="rId7" Target="https://www.sqlite.org" TargetMode="External" Type="http://schemas.openxmlformats.org/officeDocument/2006/relationships/hyperlink"/></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6699F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solidFill>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2699999">
            <a:off x="15565457" y="-3214316"/>
            <a:ext cx="6841814" cy="6283654"/>
            <a:chOff x="0" y="0"/>
            <a:chExt cx="3397795" cy="3120600"/>
          </a:xfrm>
        </p:grpSpPr>
        <p:sp>
          <p:nvSpPr>
            <p:cNvPr name="Freeform 6" id="6"/>
            <p:cNvSpPr/>
            <p:nvPr/>
          </p:nvSpPr>
          <p:spPr>
            <a:xfrm flipH="false" flipV="false" rot="0">
              <a:off x="0" y="0"/>
              <a:ext cx="3397795" cy="3120600"/>
            </a:xfrm>
            <a:custGeom>
              <a:avLst/>
              <a:gdLst/>
              <a:ahLst/>
              <a:cxnLst/>
              <a:rect r="r" b="b" t="t" l="l"/>
              <a:pathLst>
                <a:path h="3120600" w="3397795">
                  <a:moveTo>
                    <a:pt x="0" y="0"/>
                  </a:moveTo>
                  <a:lnTo>
                    <a:pt x="3397795" y="0"/>
                  </a:lnTo>
                  <a:lnTo>
                    <a:pt x="3397795" y="3120600"/>
                  </a:lnTo>
                  <a:lnTo>
                    <a:pt x="0" y="3120600"/>
                  </a:lnTo>
                  <a:close/>
                </a:path>
              </a:pathLst>
            </a:custGeom>
            <a:solidFill>
              <a:srgbClr val="6699FF"/>
            </a:solidFill>
          </p:spPr>
        </p:sp>
        <p:sp>
          <p:nvSpPr>
            <p:cNvPr name="TextBox 7" id="7"/>
            <p:cNvSpPr txBox="true"/>
            <p:nvPr/>
          </p:nvSpPr>
          <p:spPr>
            <a:xfrm>
              <a:off x="0" y="-38100"/>
              <a:ext cx="3397795" cy="3158700"/>
            </a:xfrm>
            <a:prstGeom prst="rect">
              <a:avLst/>
            </a:prstGeom>
          </p:spPr>
          <p:txBody>
            <a:bodyPr anchor="ctr" rtlCol="false" tIns="46654" lIns="46654" bIns="46654" rIns="46654"/>
            <a:lstStyle/>
            <a:p>
              <a:pPr algn="ctr">
                <a:lnSpc>
                  <a:spcPts val="1800"/>
                </a:lnSpc>
                <a:spcBef>
                  <a:spcPct val="0"/>
                </a:spcBef>
              </a:pPr>
            </a:p>
          </p:txBody>
        </p:sp>
      </p:grpSp>
      <p:grpSp>
        <p:nvGrpSpPr>
          <p:cNvPr name="Group 8" id="8"/>
          <p:cNvGrpSpPr/>
          <p:nvPr/>
        </p:nvGrpSpPr>
        <p:grpSpPr>
          <a:xfrm rot="-2699999">
            <a:off x="-2678331" y="2635737"/>
            <a:ext cx="3491768" cy="3388599"/>
            <a:chOff x="0" y="0"/>
            <a:chExt cx="1734088" cy="1682853"/>
          </a:xfrm>
        </p:grpSpPr>
        <p:sp>
          <p:nvSpPr>
            <p:cNvPr name="Freeform 9" id="9"/>
            <p:cNvSpPr/>
            <p:nvPr/>
          </p:nvSpPr>
          <p:spPr>
            <a:xfrm flipH="false" flipV="false" rot="0">
              <a:off x="0" y="0"/>
              <a:ext cx="1734088" cy="1682853"/>
            </a:xfrm>
            <a:custGeom>
              <a:avLst/>
              <a:gdLst/>
              <a:ahLst/>
              <a:cxnLst/>
              <a:rect r="r" b="b" t="t" l="l"/>
              <a:pathLst>
                <a:path h="1682853" w="1734088">
                  <a:moveTo>
                    <a:pt x="0" y="0"/>
                  </a:moveTo>
                  <a:lnTo>
                    <a:pt x="1734088" y="0"/>
                  </a:lnTo>
                  <a:lnTo>
                    <a:pt x="1734088" y="1682853"/>
                  </a:lnTo>
                  <a:lnTo>
                    <a:pt x="0" y="1682853"/>
                  </a:lnTo>
                  <a:close/>
                </a:path>
              </a:pathLst>
            </a:custGeom>
            <a:solidFill>
              <a:srgbClr val="336699"/>
            </a:solidFill>
          </p:spPr>
        </p:sp>
        <p:sp>
          <p:nvSpPr>
            <p:cNvPr name="TextBox 10" id="10"/>
            <p:cNvSpPr txBox="true"/>
            <p:nvPr/>
          </p:nvSpPr>
          <p:spPr>
            <a:xfrm>
              <a:off x="0" y="-38100"/>
              <a:ext cx="1734088" cy="1720953"/>
            </a:xfrm>
            <a:prstGeom prst="rect">
              <a:avLst/>
            </a:prstGeom>
          </p:spPr>
          <p:txBody>
            <a:bodyPr anchor="ctr" rtlCol="false" tIns="46654" lIns="46654" bIns="46654" rIns="46654"/>
            <a:lstStyle/>
            <a:p>
              <a:pPr algn="ctr">
                <a:lnSpc>
                  <a:spcPts val="1800"/>
                </a:lnSpc>
                <a:spcBef>
                  <a:spcPct val="0"/>
                </a:spcBef>
              </a:pPr>
            </a:p>
          </p:txBody>
        </p:sp>
      </p:grpSp>
      <p:grpSp>
        <p:nvGrpSpPr>
          <p:cNvPr name="Group 11" id="11"/>
          <p:cNvGrpSpPr/>
          <p:nvPr/>
        </p:nvGrpSpPr>
        <p:grpSpPr>
          <a:xfrm rot="-2699999">
            <a:off x="246033" y="9140758"/>
            <a:ext cx="3491768" cy="3388599"/>
            <a:chOff x="0" y="0"/>
            <a:chExt cx="1734088" cy="1682853"/>
          </a:xfrm>
        </p:grpSpPr>
        <p:sp>
          <p:nvSpPr>
            <p:cNvPr name="Freeform 12" id="12"/>
            <p:cNvSpPr/>
            <p:nvPr/>
          </p:nvSpPr>
          <p:spPr>
            <a:xfrm flipH="false" flipV="false" rot="0">
              <a:off x="0" y="0"/>
              <a:ext cx="1734088" cy="1682853"/>
            </a:xfrm>
            <a:custGeom>
              <a:avLst/>
              <a:gdLst/>
              <a:ahLst/>
              <a:cxnLst/>
              <a:rect r="r" b="b" t="t" l="l"/>
              <a:pathLst>
                <a:path h="1682853" w="1734088">
                  <a:moveTo>
                    <a:pt x="0" y="0"/>
                  </a:moveTo>
                  <a:lnTo>
                    <a:pt x="1734088" y="0"/>
                  </a:lnTo>
                  <a:lnTo>
                    <a:pt x="1734088" y="1682853"/>
                  </a:lnTo>
                  <a:lnTo>
                    <a:pt x="0" y="1682853"/>
                  </a:lnTo>
                  <a:close/>
                </a:path>
              </a:pathLst>
            </a:custGeom>
            <a:solidFill>
              <a:srgbClr val="6699FF"/>
            </a:solidFill>
          </p:spPr>
        </p:sp>
        <p:sp>
          <p:nvSpPr>
            <p:cNvPr name="TextBox 13" id="13"/>
            <p:cNvSpPr txBox="true"/>
            <p:nvPr/>
          </p:nvSpPr>
          <p:spPr>
            <a:xfrm>
              <a:off x="0" y="-38100"/>
              <a:ext cx="1734088" cy="1720953"/>
            </a:xfrm>
            <a:prstGeom prst="rect">
              <a:avLst/>
            </a:prstGeom>
          </p:spPr>
          <p:txBody>
            <a:bodyPr anchor="ctr" rtlCol="false" tIns="46654" lIns="46654" bIns="46654" rIns="46654"/>
            <a:lstStyle/>
            <a:p>
              <a:pPr algn="ctr">
                <a:lnSpc>
                  <a:spcPts val="1800"/>
                </a:lnSpc>
                <a:spcBef>
                  <a:spcPct val="0"/>
                </a:spcBef>
              </a:pPr>
            </a:p>
          </p:txBody>
        </p:sp>
      </p:grpSp>
      <p:sp>
        <p:nvSpPr>
          <p:cNvPr name="Freeform 14" id="14"/>
          <p:cNvSpPr/>
          <p:nvPr/>
        </p:nvSpPr>
        <p:spPr>
          <a:xfrm flipH="false" flipV="false" rot="0">
            <a:off x="5086350" y="0"/>
            <a:ext cx="5144433" cy="2716039"/>
          </a:xfrm>
          <a:custGeom>
            <a:avLst/>
            <a:gdLst/>
            <a:ahLst/>
            <a:cxnLst/>
            <a:rect r="r" b="b" t="t" l="l"/>
            <a:pathLst>
              <a:path h="2716039" w="5144433">
                <a:moveTo>
                  <a:pt x="0" y="0"/>
                </a:moveTo>
                <a:lnTo>
                  <a:pt x="5144433" y="0"/>
                </a:lnTo>
                <a:lnTo>
                  <a:pt x="5144433" y="2716039"/>
                </a:lnTo>
                <a:lnTo>
                  <a:pt x="0" y="2716039"/>
                </a:lnTo>
                <a:lnTo>
                  <a:pt x="0" y="0"/>
                </a:lnTo>
                <a:close/>
              </a:path>
            </a:pathLst>
          </a:custGeom>
          <a:blipFill>
            <a:blip r:embed="rId2"/>
            <a:stretch>
              <a:fillRect l="0" t="-10855" r="-128897" b="-4036"/>
            </a:stretch>
          </a:blipFill>
        </p:spPr>
      </p:sp>
      <p:sp>
        <p:nvSpPr>
          <p:cNvPr name="TextBox 15" id="15"/>
          <p:cNvSpPr txBox="true"/>
          <p:nvPr/>
        </p:nvSpPr>
        <p:spPr>
          <a:xfrm rot="0">
            <a:off x="4424494" y="4459243"/>
            <a:ext cx="10747629" cy="1444715"/>
          </a:xfrm>
          <a:prstGeom prst="rect">
            <a:avLst/>
          </a:prstGeom>
        </p:spPr>
        <p:txBody>
          <a:bodyPr anchor="t" rtlCol="false" tIns="0" lIns="0" bIns="0" rIns="0">
            <a:spAutoFit/>
          </a:bodyPr>
          <a:lstStyle/>
          <a:p>
            <a:pPr algn="just" marL="0" indent="0" lvl="1">
              <a:lnSpc>
                <a:spcPts val="11209"/>
              </a:lnSpc>
              <a:spcBef>
                <a:spcPct val="0"/>
              </a:spcBef>
            </a:pPr>
            <a:r>
              <a:rPr lang="en-US" sz="10008">
                <a:solidFill>
                  <a:srgbClr val="000066"/>
                </a:solidFill>
                <a:latin typeface="Garet"/>
                <a:ea typeface="Garet"/>
                <a:cs typeface="Garet"/>
                <a:sym typeface="Garet"/>
              </a:rPr>
              <a:t>PickMySchool</a:t>
            </a:r>
          </a:p>
        </p:txBody>
      </p:sp>
      <p:sp>
        <p:nvSpPr>
          <p:cNvPr name="TextBox 16" id="16"/>
          <p:cNvSpPr txBox="true"/>
          <p:nvPr/>
        </p:nvSpPr>
        <p:spPr>
          <a:xfrm rot="0">
            <a:off x="5086350" y="6260329"/>
            <a:ext cx="8115300" cy="502285"/>
          </a:xfrm>
          <a:prstGeom prst="rect">
            <a:avLst/>
          </a:prstGeom>
        </p:spPr>
        <p:txBody>
          <a:bodyPr anchor="t" rtlCol="false" tIns="0" lIns="0" bIns="0" rIns="0">
            <a:spAutoFit/>
          </a:bodyPr>
          <a:lstStyle/>
          <a:p>
            <a:pPr algn="just" marL="0" indent="0" lvl="1">
              <a:lnSpc>
                <a:spcPts val="3919"/>
              </a:lnSpc>
              <a:spcBef>
                <a:spcPct val="0"/>
              </a:spcBef>
            </a:pPr>
            <a:r>
              <a:rPr lang="en-US" b="true" sz="3499">
                <a:solidFill>
                  <a:srgbClr val="000066"/>
                </a:solidFill>
                <a:latin typeface="Garet Bold"/>
                <a:ea typeface="Garet Bold"/>
                <a:cs typeface="Garet Bold"/>
                <a:sym typeface="Garet Bold"/>
              </a:rPr>
              <a:t>Secure your future child’s today</a:t>
            </a:r>
          </a:p>
        </p:txBody>
      </p:sp>
      <p:sp>
        <p:nvSpPr>
          <p:cNvPr name="TextBox 17" id="17"/>
          <p:cNvSpPr txBox="true"/>
          <p:nvPr/>
        </p:nvSpPr>
        <p:spPr>
          <a:xfrm rot="0">
            <a:off x="5086350" y="6760210"/>
            <a:ext cx="7532157" cy="4627879"/>
          </a:xfrm>
          <a:prstGeom prst="rect">
            <a:avLst/>
          </a:prstGeom>
        </p:spPr>
        <p:txBody>
          <a:bodyPr anchor="t" rtlCol="false" tIns="0" lIns="0" bIns="0" rIns="0">
            <a:spAutoFit/>
          </a:bodyPr>
          <a:lstStyle/>
          <a:p>
            <a:pPr algn="ctr">
              <a:lnSpc>
                <a:spcPts val="4585"/>
              </a:lnSpc>
            </a:pPr>
          </a:p>
          <a:p>
            <a:pPr algn="ctr">
              <a:lnSpc>
                <a:spcPts val="4585"/>
              </a:lnSpc>
            </a:pPr>
            <a:r>
              <a:rPr lang="en-US" sz="3500">
                <a:solidFill>
                  <a:srgbClr val="000066"/>
                </a:solidFill>
                <a:latin typeface="Garet"/>
                <a:ea typeface="Garet"/>
                <a:cs typeface="Garet"/>
                <a:sym typeface="Garet"/>
              </a:rPr>
              <a:t>By-</a:t>
            </a:r>
          </a:p>
          <a:p>
            <a:pPr algn="ctr" marL="0" indent="0" lvl="0">
              <a:lnSpc>
                <a:spcPts val="4585"/>
              </a:lnSpc>
              <a:spcBef>
                <a:spcPct val="0"/>
              </a:spcBef>
            </a:pPr>
            <a:r>
              <a:rPr lang="en-US" sz="3500">
                <a:solidFill>
                  <a:srgbClr val="000066"/>
                </a:solidFill>
                <a:latin typeface="Garet"/>
                <a:ea typeface="Garet"/>
                <a:cs typeface="Garet"/>
                <a:sym typeface="Garet"/>
              </a:rPr>
              <a:t>11: </a:t>
            </a:r>
            <a:r>
              <a:rPr lang="en-US" sz="3500" strike="noStrike" u="none">
                <a:solidFill>
                  <a:srgbClr val="000066"/>
                </a:solidFill>
                <a:latin typeface="Garet"/>
                <a:ea typeface="Garet"/>
                <a:cs typeface="Garet"/>
                <a:sym typeface="Garet"/>
              </a:rPr>
              <a:t>A</a:t>
            </a:r>
            <a:r>
              <a:rPr lang="en-US" sz="3500" strike="noStrike" u="none">
                <a:solidFill>
                  <a:srgbClr val="000066"/>
                </a:solidFill>
                <a:latin typeface="Garet"/>
                <a:ea typeface="Garet"/>
                <a:cs typeface="Garet"/>
                <a:sym typeface="Garet"/>
              </a:rPr>
              <a:t>purva</a:t>
            </a:r>
            <a:r>
              <a:rPr lang="en-US" sz="3500" strike="noStrike" u="none">
                <a:solidFill>
                  <a:srgbClr val="000066"/>
                </a:solidFill>
                <a:latin typeface="Garet"/>
                <a:ea typeface="Garet"/>
                <a:cs typeface="Garet"/>
                <a:sym typeface="Garet"/>
              </a:rPr>
              <a:t> M</a:t>
            </a:r>
            <a:r>
              <a:rPr lang="en-US" sz="3500" strike="noStrike" u="none">
                <a:solidFill>
                  <a:srgbClr val="000066"/>
                </a:solidFill>
                <a:latin typeface="Garet"/>
                <a:ea typeface="Garet"/>
                <a:cs typeface="Garet"/>
                <a:sym typeface="Garet"/>
              </a:rPr>
              <a:t>ore </a:t>
            </a:r>
            <a:r>
              <a:rPr lang="en-US" sz="3500" strike="noStrike" u="none">
                <a:solidFill>
                  <a:srgbClr val="000066"/>
                </a:solidFill>
                <a:latin typeface="Garet"/>
                <a:ea typeface="Garet"/>
                <a:cs typeface="Garet"/>
                <a:sym typeface="Garet"/>
              </a:rPr>
              <a:t>                                                                </a:t>
            </a:r>
            <a:r>
              <a:rPr lang="en-US" sz="3500" strike="noStrike" u="none">
                <a:solidFill>
                  <a:srgbClr val="000066"/>
                </a:solidFill>
                <a:latin typeface="Garet"/>
                <a:ea typeface="Garet"/>
                <a:cs typeface="Garet"/>
                <a:sym typeface="Garet"/>
              </a:rPr>
              <a:t>21: </a:t>
            </a:r>
            <a:r>
              <a:rPr lang="en-US" sz="3500" strike="noStrike" u="none">
                <a:solidFill>
                  <a:srgbClr val="000066"/>
                </a:solidFill>
                <a:latin typeface="Garet"/>
                <a:ea typeface="Garet"/>
                <a:cs typeface="Garet"/>
                <a:sym typeface="Garet"/>
              </a:rPr>
              <a:t>N</a:t>
            </a:r>
            <a:r>
              <a:rPr lang="en-US" sz="3500" strike="noStrike" u="none">
                <a:solidFill>
                  <a:srgbClr val="000066"/>
                </a:solidFill>
                <a:latin typeface="Garet"/>
                <a:ea typeface="Garet"/>
                <a:cs typeface="Garet"/>
                <a:sym typeface="Garet"/>
              </a:rPr>
              <a:t>ishita</a:t>
            </a:r>
            <a:r>
              <a:rPr lang="en-US" sz="3500" strike="noStrike" u="none">
                <a:solidFill>
                  <a:srgbClr val="000066"/>
                </a:solidFill>
                <a:latin typeface="Garet"/>
                <a:ea typeface="Garet"/>
                <a:cs typeface="Garet"/>
                <a:sym typeface="Garet"/>
              </a:rPr>
              <a:t> </a:t>
            </a:r>
            <a:r>
              <a:rPr lang="en-US" sz="3500" strike="noStrike" u="none">
                <a:solidFill>
                  <a:srgbClr val="000066"/>
                </a:solidFill>
                <a:latin typeface="Garet"/>
                <a:ea typeface="Garet"/>
                <a:cs typeface="Garet"/>
                <a:sym typeface="Garet"/>
              </a:rPr>
              <a:t>Rajpara</a:t>
            </a:r>
            <a:r>
              <a:rPr lang="en-US" sz="3500" strike="noStrike" u="none">
                <a:solidFill>
                  <a:srgbClr val="000066"/>
                </a:solidFill>
                <a:latin typeface="Garet"/>
                <a:ea typeface="Garet"/>
                <a:cs typeface="Garet"/>
                <a:sym typeface="Garet"/>
              </a:rPr>
              <a:t> </a:t>
            </a:r>
            <a:r>
              <a:rPr lang="en-US" sz="3500" strike="noStrike" u="none">
                <a:solidFill>
                  <a:srgbClr val="000066"/>
                </a:solidFill>
                <a:latin typeface="Garet"/>
                <a:ea typeface="Garet"/>
                <a:cs typeface="Garet"/>
                <a:sym typeface="Garet"/>
              </a:rPr>
              <a:t>                                                         </a:t>
            </a:r>
            <a:r>
              <a:rPr lang="en-US" sz="3500" strike="noStrike" u="none">
                <a:solidFill>
                  <a:srgbClr val="000066"/>
                </a:solidFill>
                <a:latin typeface="Garet"/>
                <a:ea typeface="Garet"/>
                <a:cs typeface="Garet"/>
                <a:sym typeface="Garet"/>
              </a:rPr>
              <a:t>25: Sejal Walunj </a:t>
            </a:r>
          </a:p>
          <a:p>
            <a:pPr algn="l" marL="0" indent="0" lvl="0">
              <a:lnSpc>
                <a:spcPts val="4585"/>
              </a:lnSpc>
              <a:spcBef>
                <a:spcPct val="0"/>
              </a:spcBef>
            </a:pPr>
          </a:p>
          <a:p>
            <a:pPr algn="l" marL="0" indent="0" lvl="0">
              <a:lnSpc>
                <a:spcPts val="4585"/>
              </a:lnSpc>
              <a:spcBef>
                <a:spcPct val="0"/>
              </a:spcBef>
            </a:pPr>
          </a:p>
          <a:p>
            <a:pPr algn="l" marL="0" indent="0" lvl="0">
              <a:lnSpc>
                <a:spcPts val="4585"/>
              </a:lnSpc>
              <a:spcBef>
                <a:spcPct val="0"/>
              </a:spcBef>
            </a:pPr>
          </a:p>
        </p:txBody>
      </p:sp>
      <p:sp>
        <p:nvSpPr>
          <p:cNvPr name="TextBox 18" id="18"/>
          <p:cNvSpPr txBox="true"/>
          <p:nvPr/>
        </p:nvSpPr>
        <p:spPr>
          <a:xfrm rot="0">
            <a:off x="1843962" y="2725564"/>
            <a:ext cx="14016933" cy="1424178"/>
          </a:xfrm>
          <a:prstGeom prst="rect">
            <a:avLst/>
          </a:prstGeom>
        </p:spPr>
        <p:txBody>
          <a:bodyPr anchor="t" rtlCol="false" tIns="0" lIns="0" bIns="0" rIns="0">
            <a:spAutoFit/>
          </a:bodyPr>
          <a:lstStyle/>
          <a:p>
            <a:pPr algn="just">
              <a:lnSpc>
                <a:spcPts val="3695"/>
              </a:lnSpc>
            </a:pPr>
            <a:r>
              <a:rPr lang="en-US" sz="3299" b="true">
                <a:solidFill>
                  <a:srgbClr val="000066"/>
                </a:solidFill>
                <a:latin typeface="Times New Roman Bold"/>
                <a:ea typeface="Times New Roman Bold"/>
                <a:cs typeface="Times New Roman Bold"/>
                <a:sym typeface="Times New Roman Bold"/>
              </a:rPr>
              <a:t>INDIRA UNIVERSITY SCHOOL OF INFORMATION TECHNOLOGY</a:t>
            </a:r>
          </a:p>
          <a:p>
            <a:pPr algn="ctr">
              <a:lnSpc>
                <a:spcPts val="3695"/>
              </a:lnSpc>
            </a:pPr>
            <a:r>
              <a:rPr lang="en-US" sz="3299" b="true">
                <a:solidFill>
                  <a:srgbClr val="000066"/>
                </a:solidFill>
                <a:latin typeface="Times New Roman Bold"/>
                <a:ea typeface="Times New Roman Bold"/>
                <a:cs typeface="Times New Roman Bold"/>
                <a:sym typeface="Times New Roman Bold"/>
              </a:rPr>
              <a:t>MASTER OF COMPUTER SCIENCE</a:t>
            </a:r>
          </a:p>
          <a:p>
            <a:pPr algn="ctr" marL="0" indent="0" lvl="1">
              <a:lnSpc>
                <a:spcPts val="3695"/>
              </a:lnSpc>
              <a:spcBef>
                <a:spcPct val="0"/>
              </a:spcBef>
            </a:pPr>
            <a:r>
              <a:rPr lang="en-US" b="true" sz="3299">
                <a:solidFill>
                  <a:srgbClr val="000066"/>
                </a:solidFill>
                <a:latin typeface="Times New Roman Bold"/>
                <a:ea typeface="Times New Roman Bold"/>
                <a:cs typeface="Times New Roman Bold"/>
                <a:sym typeface="Times New Roman Bold"/>
              </a:rPr>
              <a:t>ACADEMIC YEAR 2025-2026</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6699FF"/>
        </a:solidFill>
      </p:bgPr>
    </p:bg>
    <p:spTree>
      <p:nvGrpSpPr>
        <p:cNvPr id="1" name=""/>
        <p:cNvGrpSpPr/>
        <p:nvPr/>
      </p:nvGrpSpPr>
      <p:grpSpPr>
        <a:xfrm>
          <a:off x="0" y="0"/>
          <a:ext cx="0" cy="0"/>
          <a:chOff x="0" y="0"/>
          <a:chExt cx="0" cy="0"/>
        </a:xfrm>
      </p:grpSpPr>
      <p:grpSp>
        <p:nvGrpSpPr>
          <p:cNvPr name="Group 2" id="2"/>
          <p:cNvGrpSpPr/>
          <p:nvPr/>
        </p:nvGrpSpPr>
        <p:grpSpPr>
          <a:xfrm rot="0">
            <a:off x="188797" y="203992"/>
            <a:ext cx="17910406" cy="9879016"/>
            <a:chOff x="0" y="0"/>
            <a:chExt cx="4717144" cy="2601881"/>
          </a:xfrm>
        </p:grpSpPr>
        <p:sp>
          <p:nvSpPr>
            <p:cNvPr name="Freeform 3" id="3"/>
            <p:cNvSpPr/>
            <p:nvPr/>
          </p:nvSpPr>
          <p:spPr>
            <a:xfrm flipH="false" flipV="false" rot="0">
              <a:off x="0" y="0"/>
              <a:ext cx="4717144" cy="2601881"/>
            </a:xfrm>
            <a:custGeom>
              <a:avLst/>
              <a:gdLst/>
              <a:ahLst/>
              <a:cxnLst/>
              <a:rect r="r" b="b" t="t" l="l"/>
              <a:pathLst>
                <a:path h="2601881" w="4717144">
                  <a:moveTo>
                    <a:pt x="0" y="0"/>
                  </a:moveTo>
                  <a:lnTo>
                    <a:pt x="4717144" y="0"/>
                  </a:lnTo>
                  <a:lnTo>
                    <a:pt x="4717144" y="2601881"/>
                  </a:lnTo>
                  <a:lnTo>
                    <a:pt x="0" y="2601881"/>
                  </a:lnTo>
                  <a:close/>
                </a:path>
              </a:pathLst>
            </a:custGeom>
            <a:solidFill>
              <a:srgbClr val="FFFFFF"/>
            </a:solidFill>
          </p:spPr>
        </p:sp>
        <p:sp>
          <p:nvSpPr>
            <p:cNvPr name="TextBox 4" id="4"/>
            <p:cNvSpPr txBox="true"/>
            <p:nvPr/>
          </p:nvSpPr>
          <p:spPr>
            <a:xfrm>
              <a:off x="0" y="-38100"/>
              <a:ext cx="4717144" cy="263998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26521" y="2693404"/>
            <a:ext cx="15632779" cy="3116179"/>
            <a:chOff x="0" y="0"/>
            <a:chExt cx="4117275" cy="820722"/>
          </a:xfrm>
        </p:grpSpPr>
        <p:sp>
          <p:nvSpPr>
            <p:cNvPr name="Freeform 6" id="6"/>
            <p:cNvSpPr/>
            <p:nvPr/>
          </p:nvSpPr>
          <p:spPr>
            <a:xfrm flipH="false" flipV="false" rot="0">
              <a:off x="0" y="0"/>
              <a:ext cx="4117275" cy="820722"/>
            </a:xfrm>
            <a:custGeom>
              <a:avLst/>
              <a:gdLst/>
              <a:ahLst/>
              <a:cxnLst/>
              <a:rect r="r" b="b" t="t" l="l"/>
              <a:pathLst>
                <a:path h="820722" w="4117275">
                  <a:moveTo>
                    <a:pt x="0" y="0"/>
                  </a:moveTo>
                  <a:lnTo>
                    <a:pt x="4117275" y="0"/>
                  </a:lnTo>
                  <a:lnTo>
                    <a:pt x="4117275" y="820722"/>
                  </a:lnTo>
                  <a:lnTo>
                    <a:pt x="0" y="820722"/>
                  </a:lnTo>
                  <a:close/>
                </a:path>
              </a:pathLst>
            </a:custGeom>
            <a:solidFill>
              <a:srgbClr val="000066"/>
            </a:solidFill>
          </p:spPr>
        </p:sp>
        <p:sp>
          <p:nvSpPr>
            <p:cNvPr name="TextBox 7" id="7"/>
            <p:cNvSpPr txBox="true"/>
            <p:nvPr/>
          </p:nvSpPr>
          <p:spPr>
            <a:xfrm>
              <a:off x="0" y="-57150"/>
              <a:ext cx="4117275" cy="877872"/>
            </a:xfrm>
            <a:prstGeom prst="rect">
              <a:avLst/>
            </a:prstGeom>
          </p:spPr>
          <p:txBody>
            <a:bodyPr anchor="ctr" rtlCol="false" tIns="50800" lIns="50800" bIns="50800" rIns="50800"/>
            <a:lstStyle/>
            <a:p>
              <a:pPr algn="ctr">
                <a:lnSpc>
                  <a:spcPts val="4479"/>
                </a:lnSpc>
              </a:pPr>
              <a:r>
                <a:rPr lang="en-US" sz="3199">
                  <a:solidFill>
                    <a:srgbClr val="FFFFFF"/>
                  </a:solidFill>
                  <a:latin typeface="Open Sans"/>
                  <a:ea typeface="Open Sans"/>
                  <a:cs typeface="Open Sans"/>
                  <a:sym typeface="Open Sans"/>
                </a:rPr>
                <a:t>The traditional school admission process is manual, time-consuming, and fragmented. Parents need to visit multiple school websites or institutions separately to collect admission information and fill out different application forms. There is no centralized system to track admission status efficiently.</a:t>
              </a:r>
            </a:p>
            <a:p>
              <a:pPr algn="ctr">
                <a:lnSpc>
                  <a:spcPts val="4479"/>
                </a:lnSpc>
              </a:pPr>
            </a:p>
          </p:txBody>
        </p:sp>
      </p:grpSp>
      <p:sp>
        <p:nvSpPr>
          <p:cNvPr name="TextBox 8" id="8"/>
          <p:cNvSpPr txBox="true"/>
          <p:nvPr/>
        </p:nvSpPr>
        <p:spPr>
          <a:xfrm rot="0">
            <a:off x="1028700" y="600283"/>
            <a:ext cx="16230600" cy="1717045"/>
          </a:xfrm>
          <a:prstGeom prst="rect">
            <a:avLst/>
          </a:prstGeom>
        </p:spPr>
        <p:txBody>
          <a:bodyPr anchor="t" rtlCol="false" tIns="0" lIns="0" bIns="0" rIns="0">
            <a:spAutoFit/>
          </a:bodyPr>
          <a:lstStyle/>
          <a:p>
            <a:pPr algn="ctr" marL="0" indent="0" lvl="0">
              <a:lnSpc>
                <a:spcPts val="6580"/>
              </a:lnSpc>
              <a:spcBef>
                <a:spcPct val="0"/>
              </a:spcBef>
            </a:pPr>
            <a:r>
              <a:rPr lang="en-US" b="true" sz="7000">
                <a:solidFill>
                  <a:srgbClr val="000066"/>
                </a:solidFill>
                <a:latin typeface="Garet Bold"/>
                <a:ea typeface="Garet Bold"/>
                <a:cs typeface="Garet Bold"/>
                <a:sym typeface="Garet Bold"/>
              </a:rPr>
              <a:t> </a:t>
            </a:r>
            <a:r>
              <a:rPr lang="en-US" b="true" sz="7000" strike="noStrike" u="none">
                <a:solidFill>
                  <a:srgbClr val="000066"/>
                </a:solidFill>
                <a:latin typeface="Garet Bold"/>
                <a:ea typeface="Garet Bold"/>
                <a:cs typeface="Garet Bold"/>
                <a:sym typeface="Garet Bold"/>
              </a:rPr>
              <a:t>Introduction</a:t>
            </a:r>
            <a:r>
              <a:rPr lang="en-US" b="true" sz="7000" strike="noStrike" u="none">
                <a:solidFill>
                  <a:srgbClr val="000066"/>
                </a:solidFill>
                <a:latin typeface="Garet Bold"/>
                <a:ea typeface="Garet Bold"/>
                <a:cs typeface="Garet Bold"/>
                <a:sym typeface="Garet Bold"/>
              </a:rPr>
              <a:t> &amp; Problem Statement</a:t>
            </a:r>
          </a:p>
        </p:txBody>
      </p:sp>
      <p:grpSp>
        <p:nvGrpSpPr>
          <p:cNvPr name="Group 9" id="9"/>
          <p:cNvGrpSpPr/>
          <p:nvPr/>
        </p:nvGrpSpPr>
        <p:grpSpPr>
          <a:xfrm rot="-2699999">
            <a:off x="-3931768" y="2284284"/>
            <a:ext cx="4906166" cy="4505918"/>
            <a:chOff x="0" y="0"/>
            <a:chExt cx="3397795" cy="3120600"/>
          </a:xfrm>
        </p:grpSpPr>
        <p:sp>
          <p:nvSpPr>
            <p:cNvPr name="Freeform 10" id="10"/>
            <p:cNvSpPr/>
            <p:nvPr/>
          </p:nvSpPr>
          <p:spPr>
            <a:xfrm flipH="false" flipV="false" rot="0">
              <a:off x="0" y="0"/>
              <a:ext cx="3397795" cy="3120600"/>
            </a:xfrm>
            <a:custGeom>
              <a:avLst/>
              <a:gdLst/>
              <a:ahLst/>
              <a:cxnLst/>
              <a:rect r="r" b="b" t="t" l="l"/>
              <a:pathLst>
                <a:path h="3120600" w="3397795">
                  <a:moveTo>
                    <a:pt x="0" y="0"/>
                  </a:moveTo>
                  <a:lnTo>
                    <a:pt x="3397795" y="0"/>
                  </a:lnTo>
                  <a:lnTo>
                    <a:pt x="3397795" y="3120600"/>
                  </a:lnTo>
                  <a:lnTo>
                    <a:pt x="0" y="3120600"/>
                  </a:lnTo>
                  <a:close/>
                </a:path>
              </a:pathLst>
            </a:custGeom>
            <a:solidFill>
              <a:srgbClr val="6699FF"/>
            </a:solidFill>
          </p:spPr>
        </p:sp>
        <p:sp>
          <p:nvSpPr>
            <p:cNvPr name="TextBox 11" id="11"/>
            <p:cNvSpPr txBox="true"/>
            <p:nvPr/>
          </p:nvSpPr>
          <p:spPr>
            <a:xfrm>
              <a:off x="0" y="-38100"/>
              <a:ext cx="3397795" cy="3158700"/>
            </a:xfrm>
            <a:prstGeom prst="rect">
              <a:avLst/>
            </a:prstGeom>
          </p:spPr>
          <p:txBody>
            <a:bodyPr anchor="ctr" rtlCol="false" tIns="46654" lIns="46654" bIns="46654" rIns="46654"/>
            <a:lstStyle/>
            <a:p>
              <a:pPr algn="ctr">
                <a:lnSpc>
                  <a:spcPts val="1800"/>
                </a:lnSpc>
                <a:spcBef>
                  <a:spcPct val="0"/>
                </a:spcBef>
              </a:pPr>
            </a:p>
          </p:txBody>
        </p:sp>
      </p:grpSp>
      <p:grpSp>
        <p:nvGrpSpPr>
          <p:cNvPr name="Group 12" id="12"/>
          <p:cNvGrpSpPr/>
          <p:nvPr/>
        </p:nvGrpSpPr>
        <p:grpSpPr>
          <a:xfrm rot="-2699999">
            <a:off x="17025727" y="-364103"/>
            <a:ext cx="3426914" cy="3147344"/>
            <a:chOff x="0" y="0"/>
            <a:chExt cx="2373330" cy="2179712"/>
          </a:xfrm>
        </p:grpSpPr>
        <p:sp>
          <p:nvSpPr>
            <p:cNvPr name="Freeform 13" id="13"/>
            <p:cNvSpPr/>
            <p:nvPr/>
          </p:nvSpPr>
          <p:spPr>
            <a:xfrm flipH="false" flipV="false" rot="0">
              <a:off x="0" y="0"/>
              <a:ext cx="2373330" cy="2179712"/>
            </a:xfrm>
            <a:custGeom>
              <a:avLst/>
              <a:gdLst/>
              <a:ahLst/>
              <a:cxnLst/>
              <a:rect r="r" b="b" t="t" l="l"/>
              <a:pathLst>
                <a:path h="2179712" w="2373330">
                  <a:moveTo>
                    <a:pt x="0" y="0"/>
                  </a:moveTo>
                  <a:lnTo>
                    <a:pt x="2373330" y="0"/>
                  </a:lnTo>
                  <a:lnTo>
                    <a:pt x="2373330" y="2179712"/>
                  </a:lnTo>
                  <a:lnTo>
                    <a:pt x="0" y="2179712"/>
                  </a:lnTo>
                  <a:close/>
                </a:path>
              </a:pathLst>
            </a:custGeom>
            <a:solidFill>
              <a:srgbClr val="6699FF"/>
            </a:solidFill>
          </p:spPr>
        </p:sp>
        <p:sp>
          <p:nvSpPr>
            <p:cNvPr name="TextBox 14" id="14"/>
            <p:cNvSpPr txBox="true"/>
            <p:nvPr/>
          </p:nvSpPr>
          <p:spPr>
            <a:xfrm>
              <a:off x="0" y="-38100"/>
              <a:ext cx="2373330" cy="2217812"/>
            </a:xfrm>
            <a:prstGeom prst="rect">
              <a:avLst/>
            </a:prstGeom>
          </p:spPr>
          <p:txBody>
            <a:bodyPr anchor="ctr" rtlCol="false" tIns="46654" lIns="46654" bIns="46654" rIns="46654"/>
            <a:lstStyle/>
            <a:p>
              <a:pPr algn="ctr">
                <a:lnSpc>
                  <a:spcPts val="1800"/>
                </a:lnSpc>
                <a:spcBef>
                  <a:spcPct val="0"/>
                </a:spcBef>
              </a:pPr>
            </a:p>
          </p:txBody>
        </p:sp>
      </p:grpSp>
      <p:grpSp>
        <p:nvGrpSpPr>
          <p:cNvPr name="Group 15" id="15"/>
          <p:cNvGrpSpPr/>
          <p:nvPr/>
        </p:nvGrpSpPr>
        <p:grpSpPr>
          <a:xfrm rot="-2699999">
            <a:off x="103839" y="1347758"/>
            <a:ext cx="1849722" cy="1795069"/>
            <a:chOff x="0" y="0"/>
            <a:chExt cx="1281036" cy="1243186"/>
          </a:xfrm>
        </p:grpSpPr>
        <p:sp>
          <p:nvSpPr>
            <p:cNvPr name="Freeform 16" id="16"/>
            <p:cNvSpPr/>
            <p:nvPr/>
          </p:nvSpPr>
          <p:spPr>
            <a:xfrm flipH="false" flipV="false" rot="0">
              <a:off x="0" y="0"/>
              <a:ext cx="1281036" cy="1243186"/>
            </a:xfrm>
            <a:custGeom>
              <a:avLst/>
              <a:gdLst/>
              <a:ahLst/>
              <a:cxnLst/>
              <a:rect r="r" b="b" t="t" l="l"/>
              <a:pathLst>
                <a:path h="1243186" w="1281036">
                  <a:moveTo>
                    <a:pt x="0" y="0"/>
                  </a:moveTo>
                  <a:lnTo>
                    <a:pt x="1281036" y="0"/>
                  </a:lnTo>
                  <a:lnTo>
                    <a:pt x="1281036" y="1243186"/>
                  </a:lnTo>
                  <a:lnTo>
                    <a:pt x="0" y="1243186"/>
                  </a:lnTo>
                  <a:close/>
                </a:path>
              </a:pathLst>
            </a:custGeom>
            <a:solidFill>
              <a:srgbClr val="336699"/>
            </a:solidFill>
          </p:spPr>
        </p:sp>
        <p:sp>
          <p:nvSpPr>
            <p:cNvPr name="TextBox 17" id="17"/>
            <p:cNvSpPr txBox="true"/>
            <p:nvPr/>
          </p:nvSpPr>
          <p:spPr>
            <a:xfrm>
              <a:off x="0" y="-38100"/>
              <a:ext cx="1281036" cy="1281286"/>
            </a:xfrm>
            <a:prstGeom prst="rect">
              <a:avLst/>
            </a:prstGeom>
          </p:spPr>
          <p:txBody>
            <a:bodyPr anchor="ctr" rtlCol="false" tIns="46654" lIns="46654" bIns="46654" rIns="46654"/>
            <a:lstStyle/>
            <a:p>
              <a:pPr algn="ctr">
                <a:lnSpc>
                  <a:spcPts val="1800"/>
                </a:lnSpc>
                <a:spcBef>
                  <a:spcPct val="0"/>
                </a:spcBef>
              </a:pPr>
            </a:p>
          </p:txBody>
        </p:sp>
      </p:grpSp>
      <p:grpSp>
        <p:nvGrpSpPr>
          <p:cNvPr name="Group 18" id="18"/>
          <p:cNvGrpSpPr/>
          <p:nvPr/>
        </p:nvGrpSpPr>
        <p:grpSpPr>
          <a:xfrm rot="-2699999">
            <a:off x="16143027" y="1774490"/>
            <a:ext cx="1118730" cy="1085676"/>
            <a:chOff x="0" y="0"/>
            <a:chExt cx="774783" cy="751892"/>
          </a:xfrm>
        </p:grpSpPr>
        <p:sp>
          <p:nvSpPr>
            <p:cNvPr name="Freeform 19" id="19"/>
            <p:cNvSpPr/>
            <p:nvPr/>
          </p:nvSpPr>
          <p:spPr>
            <a:xfrm flipH="false" flipV="false" rot="0">
              <a:off x="0" y="0"/>
              <a:ext cx="774783" cy="751892"/>
            </a:xfrm>
            <a:custGeom>
              <a:avLst/>
              <a:gdLst/>
              <a:ahLst/>
              <a:cxnLst/>
              <a:rect r="r" b="b" t="t" l="l"/>
              <a:pathLst>
                <a:path h="751892" w="774783">
                  <a:moveTo>
                    <a:pt x="0" y="0"/>
                  </a:moveTo>
                  <a:lnTo>
                    <a:pt x="774783" y="0"/>
                  </a:lnTo>
                  <a:lnTo>
                    <a:pt x="774783" y="751892"/>
                  </a:lnTo>
                  <a:lnTo>
                    <a:pt x="0" y="751892"/>
                  </a:lnTo>
                  <a:close/>
                </a:path>
              </a:pathLst>
            </a:custGeom>
            <a:solidFill>
              <a:srgbClr val="000066"/>
            </a:solidFill>
          </p:spPr>
        </p:sp>
        <p:sp>
          <p:nvSpPr>
            <p:cNvPr name="TextBox 20" id="20"/>
            <p:cNvSpPr txBox="true"/>
            <p:nvPr/>
          </p:nvSpPr>
          <p:spPr>
            <a:xfrm>
              <a:off x="0" y="-38100"/>
              <a:ext cx="774783" cy="789992"/>
            </a:xfrm>
            <a:prstGeom prst="rect">
              <a:avLst/>
            </a:prstGeom>
          </p:spPr>
          <p:txBody>
            <a:bodyPr anchor="ctr" rtlCol="false" tIns="46654" lIns="46654" bIns="46654" rIns="46654"/>
            <a:lstStyle/>
            <a:p>
              <a:pPr algn="ctr">
                <a:lnSpc>
                  <a:spcPts val="1800"/>
                </a:lnSpc>
                <a:spcBef>
                  <a:spcPct val="0"/>
                </a:spcBef>
              </a:pPr>
            </a:p>
          </p:txBody>
        </p:sp>
      </p:grpSp>
      <p:sp>
        <p:nvSpPr>
          <p:cNvPr name="TextBox 21" id="21"/>
          <p:cNvSpPr txBox="true"/>
          <p:nvPr/>
        </p:nvSpPr>
        <p:spPr>
          <a:xfrm rot="0">
            <a:off x="1626521" y="6085808"/>
            <a:ext cx="12015758" cy="3962653"/>
          </a:xfrm>
          <a:prstGeom prst="rect">
            <a:avLst/>
          </a:prstGeom>
        </p:spPr>
        <p:txBody>
          <a:bodyPr anchor="t" rtlCol="false" tIns="0" lIns="0" bIns="0" rIns="0">
            <a:spAutoFit/>
          </a:bodyPr>
          <a:lstStyle/>
          <a:p>
            <a:pPr algn="l">
              <a:lnSpc>
                <a:spcPts val="6980"/>
              </a:lnSpc>
              <a:spcBef>
                <a:spcPct val="0"/>
              </a:spcBef>
            </a:pPr>
            <a:r>
              <a:rPr lang="en-US" b="true" sz="4986">
                <a:solidFill>
                  <a:srgbClr val="0C1420"/>
                </a:solidFill>
                <a:latin typeface="Open Sans Bold"/>
                <a:ea typeface="Open Sans Bold"/>
                <a:cs typeface="Open Sans Bold"/>
                <a:sym typeface="Open Sans Bold"/>
              </a:rPr>
              <a:t>Key Problems:  </a:t>
            </a:r>
          </a:p>
          <a:p>
            <a:pPr algn="l" marL="765120" indent="-382560" lvl="1">
              <a:lnSpc>
                <a:spcPts val="4961"/>
              </a:lnSpc>
              <a:buFont typeface="Arial"/>
              <a:buChar char="•"/>
            </a:pPr>
            <a:r>
              <a:rPr lang="en-US" sz="3543">
                <a:solidFill>
                  <a:srgbClr val="0C1420"/>
                </a:solidFill>
                <a:latin typeface="Open Sans"/>
                <a:ea typeface="Open Sans"/>
                <a:cs typeface="Open Sans"/>
                <a:sym typeface="Open Sans"/>
              </a:rPr>
              <a:t>Multiple admission forms for different schools</a:t>
            </a:r>
          </a:p>
          <a:p>
            <a:pPr algn="l" marL="765120" indent="-382560" lvl="1">
              <a:lnSpc>
                <a:spcPts val="4961"/>
              </a:lnSpc>
              <a:buFont typeface="Arial"/>
              <a:buChar char="•"/>
            </a:pPr>
            <a:r>
              <a:rPr lang="en-US" sz="3543">
                <a:solidFill>
                  <a:srgbClr val="0C1420"/>
                </a:solidFill>
                <a:latin typeface="Open Sans"/>
                <a:ea typeface="Open Sans"/>
                <a:cs typeface="Open Sans"/>
                <a:sym typeface="Open Sans"/>
              </a:rPr>
              <a:t>Time-consuming admission process</a:t>
            </a:r>
          </a:p>
          <a:p>
            <a:pPr algn="l" marL="765120" indent="-382560" lvl="1">
              <a:lnSpc>
                <a:spcPts val="4961"/>
              </a:lnSpc>
              <a:buFont typeface="Arial"/>
              <a:buChar char="•"/>
            </a:pPr>
            <a:r>
              <a:rPr lang="en-US" sz="3543">
                <a:solidFill>
                  <a:srgbClr val="0C1420"/>
                </a:solidFill>
                <a:latin typeface="Open Sans"/>
                <a:ea typeface="Open Sans"/>
                <a:cs typeface="Open Sans"/>
                <a:sym typeface="Open Sans"/>
              </a:rPr>
              <a:t>Lack of centralized admission platform</a:t>
            </a:r>
          </a:p>
          <a:p>
            <a:pPr algn="l" marL="765120" indent="-382560" lvl="1">
              <a:lnSpc>
                <a:spcPts val="4961"/>
              </a:lnSpc>
              <a:buFont typeface="Arial"/>
              <a:buChar char="•"/>
            </a:pPr>
            <a:r>
              <a:rPr lang="en-US" sz="3543">
                <a:solidFill>
                  <a:srgbClr val="0C1420"/>
                </a:solidFill>
                <a:latin typeface="Open Sans"/>
                <a:ea typeface="Open Sans"/>
                <a:cs typeface="Open Sans"/>
                <a:sym typeface="Open Sans"/>
              </a:rPr>
              <a:t>Difficulties in tracking application status.</a:t>
            </a:r>
          </a:p>
          <a:p>
            <a:pPr algn="l">
              <a:lnSpc>
                <a:spcPts val="4541"/>
              </a:lnSpc>
            </a:pP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6699FF"/>
        </a:solidFill>
      </p:bgPr>
    </p:bg>
    <p:spTree>
      <p:nvGrpSpPr>
        <p:cNvPr id="1" name=""/>
        <p:cNvGrpSpPr/>
        <p:nvPr/>
      </p:nvGrpSpPr>
      <p:grpSpPr>
        <a:xfrm>
          <a:off x="0" y="0"/>
          <a:ext cx="0" cy="0"/>
          <a:chOff x="0" y="0"/>
          <a:chExt cx="0" cy="0"/>
        </a:xfrm>
      </p:grpSpPr>
      <p:grpSp>
        <p:nvGrpSpPr>
          <p:cNvPr name="Group 2" id="2"/>
          <p:cNvGrpSpPr/>
          <p:nvPr/>
        </p:nvGrpSpPr>
        <p:grpSpPr>
          <a:xfrm rot="0">
            <a:off x="188797" y="203992"/>
            <a:ext cx="17910406" cy="9879016"/>
            <a:chOff x="0" y="0"/>
            <a:chExt cx="4717144" cy="2601881"/>
          </a:xfrm>
        </p:grpSpPr>
        <p:sp>
          <p:nvSpPr>
            <p:cNvPr name="Freeform 3" id="3"/>
            <p:cNvSpPr/>
            <p:nvPr/>
          </p:nvSpPr>
          <p:spPr>
            <a:xfrm flipH="false" flipV="false" rot="0">
              <a:off x="0" y="0"/>
              <a:ext cx="4717144" cy="2601881"/>
            </a:xfrm>
            <a:custGeom>
              <a:avLst/>
              <a:gdLst/>
              <a:ahLst/>
              <a:cxnLst/>
              <a:rect r="r" b="b" t="t" l="l"/>
              <a:pathLst>
                <a:path h="2601881" w="4717144">
                  <a:moveTo>
                    <a:pt x="0" y="0"/>
                  </a:moveTo>
                  <a:lnTo>
                    <a:pt x="4717144" y="0"/>
                  </a:lnTo>
                  <a:lnTo>
                    <a:pt x="4717144" y="2601881"/>
                  </a:lnTo>
                  <a:lnTo>
                    <a:pt x="0" y="2601881"/>
                  </a:lnTo>
                  <a:close/>
                </a:path>
              </a:pathLst>
            </a:custGeom>
            <a:solidFill>
              <a:srgbClr val="FFFFFF"/>
            </a:solidFill>
          </p:spPr>
        </p:sp>
        <p:sp>
          <p:nvSpPr>
            <p:cNvPr name="TextBox 4" id="4"/>
            <p:cNvSpPr txBox="true"/>
            <p:nvPr/>
          </p:nvSpPr>
          <p:spPr>
            <a:xfrm>
              <a:off x="0" y="-66675"/>
              <a:ext cx="4717144" cy="2668556"/>
            </a:xfrm>
            <a:prstGeom prst="rect">
              <a:avLst/>
            </a:prstGeom>
          </p:spPr>
          <p:txBody>
            <a:bodyPr anchor="ctr" rtlCol="false" tIns="50800" lIns="50800" bIns="50800" rIns="50800"/>
            <a:lstStyle/>
            <a:p>
              <a:pPr algn="ctr">
                <a:lnSpc>
                  <a:spcPts val="5039"/>
                </a:lnSpc>
              </a:pPr>
            </a:p>
            <a:p>
              <a:pPr algn="ctr">
                <a:lnSpc>
                  <a:spcPts val="5039"/>
                </a:lnSpc>
              </a:pPr>
            </a:p>
            <a:p>
              <a:pPr algn="ctr">
                <a:lnSpc>
                  <a:spcPts val="5039"/>
                </a:lnSpc>
              </a:pPr>
              <a:r>
                <a:rPr lang="en-US" sz="3599" b="true">
                  <a:solidFill>
                    <a:srgbClr val="000000"/>
                  </a:solidFill>
                  <a:latin typeface="Open Sans Bold"/>
                  <a:ea typeface="Open Sans Bold"/>
                  <a:cs typeface="Open Sans Bold"/>
                  <a:sym typeface="Open Sans Bold"/>
                </a:rPr>
                <a:t>“The main objective of our system is to simplify and digitize the complete admission process while improving transparency, efficiency, and communication.”</a:t>
              </a:r>
            </a:p>
            <a:p>
              <a:pPr algn="ctr">
                <a:lnSpc>
                  <a:spcPts val="5039"/>
                </a:lnSpc>
              </a:pPr>
            </a:p>
            <a:p>
              <a:pPr algn="ctr">
                <a:lnSpc>
                  <a:spcPts val="5039"/>
                </a:lnSpc>
              </a:pPr>
            </a:p>
            <a:p>
              <a:pPr algn="l">
                <a:lnSpc>
                  <a:spcPts val="4759"/>
                </a:lnSpc>
              </a:pPr>
            </a:p>
            <a:p>
              <a:pPr algn="l" marL="734051" indent="-367026" lvl="1">
                <a:lnSpc>
                  <a:spcPts val="4759"/>
                </a:lnSpc>
                <a:buFont typeface="Arial"/>
                <a:buChar char="•"/>
              </a:pPr>
              <a:r>
                <a:rPr lang="en-US" b="true" sz="3399">
                  <a:solidFill>
                    <a:srgbClr val="000000"/>
                  </a:solidFill>
                  <a:latin typeface="Open Sans Bold"/>
                  <a:ea typeface="Open Sans Bold"/>
                  <a:cs typeface="Open Sans Bold"/>
                  <a:sym typeface="Open Sans Bold"/>
                </a:rPr>
                <a:t>Centralize school admission process</a:t>
              </a:r>
            </a:p>
            <a:p>
              <a:pPr algn="l" marL="734051" indent="-367026" lvl="1">
                <a:lnSpc>
                  <a:spcPts val="4759"/>
                </a:lnSpc>
                <a:buFont typeface="Arial"/>
                <a:buChar char="•"/>
              </a:pPr>
              <a:r>
                <a:rPr lang="en-US" b="true" sz="3399">
                  <a:solidFill>
                    <a:srgbClr val="000000"/>
                  </a:solidFill>
                  <a:latin typeface="Open Sans Bold"/>
                  <a:ea typeface="Open Sans Bold"/>
                  <a:cs typeface="Open Sans Bold"/>
                  <a:sym typeface="Open Sans Bold"/>
                </a:rPr>
                <a:t>Save time and effort for parents</a:t>
              </a:r>
            </a:p>
            <a:p>
              <a:pPr algn="l" marL="734051" indent="-367026" lvl="1">
                <a:lnSpc>
                  <a:spcPts val="4759"/>
                </a:lnSpc>
                <a:buFont typeface="Arial"/>
                <a:buChar char="•"/>
              </a:pPr>
              <a:r>
                <a:rPr lang="en-US" b="true" sz="3399">
                  <a:solidFill>
                    <a:srgbClr val="000000"/>
                  </a:solidFill>
                  <a:latin typeface="Open Sans Bold"/>
                  <a:ea typeface="Open Sans Bold"/>
                  <a:cs typeface="Open Sans Bold"/>
                  <a:sym typeface="Open Sans Bold"/>
                </a:rPr>
                <a:t>Improve transparency in admission decisions</a:t>
              </a:r>
            </a:p>
            <a:p>
              <a:pPr algn="l" marL="734051" indent="-367026" lvl="1">
                <a:lnSpc>
                  <a:spcPts val="4759"/>
                </a:lnSpc>
                <a:buFont typeface="Arial"/>
                <a:buChar char="•"/>
              </a:pPr>
              <a:r>
                <a:rPr lang="en-US" b="true" sz="3399">
                  <a:solidFill>
                    <a:srgbClr val="000000"/>
                  </a:solidFill>
                  <a:latin typeface="Open Sans Bold"/>
                  <a:ea typeface="Open Sans Bold"/>
                  <a:cs typeface="Open Sans Bold"/>
                  <a:sym typeface="Open Sans Bold"/>
                </a:rPr>
                <a:t>Digitize enquiry and interview tracking</a:t>
              </a:r>
            </a:p>
            <a:p>
              <a:pPr algn="l" marL="734051" indent="-367026" lvl="1">
                <a:lnSpc>
                  <a:spcPts val="4759"/>
                </a:lnSpc>
                <a:buFont typeface="Arial"/>
                <a:buChar char="•"/>
              </a:pPr>
              <a:r>
                <a:rPr lang="en-US" b="true" sz="3399">
                  <a:solidFill>
                    <a:srgbClr val="000000"/>
                  </a:solidFill>
                  <a:latin typeface="Open Sans Bold"/>
                  <a:ea typeface="Open Sans Bold"/>
                  <a:cs typeface="Open Sans Bold"/>
                  <a:sym typeface="Open Sans Bold"/>
                </a:rPr>
                <a:t>Enhance communication between schools and parents</a:t>
              </a:r>
            </a:p>
            <a:p>
              <a:pPr algn="l" marL="734051" indent="-367026" lvl="1">
                <a:lnSpc>
                  <a:spcPts val="4759"/>
                </a:lnSpc>
                <a:buFont typeface="Arial"/>
                <a:buChar char="•"/>
              </a:pPr>
              <a:r>
                <a:rPr lang="en-US" b="true" sz="3399">
                  <a:solidFill>
                    <a:srgbClr val="000000"/>
                  </a:solidFill>
                  <a:latin typeface="Open Sans Bold"/>
                  <a:ea typeface="Open Sans Bold"/>
                  <a:cs typeface="Open Sans Bold"/>
                  <a:sym typeface="Open Sans Bold"/>
                </a:rPr>
                <a:t>Provide admin monitoring and management</a:t>
              </a:r>
            </a:p>
            <a:p>
              <a:pPr algn="ctr">
                <a:lnSpc>
                  <a:spcPts val="3359"/>
                </a:lnSpc>
              </a:pPr>
            </a:p>
          </p:txBody>
        </p:sp>
      </p:grpSp>
      <p:sp>
        <p:nvSpPr>
          <p:cNvPr name="TextBox 5" id="5"/>
          <p:cNvSpPr txBox="true"/>
          <p:nvPr/>
        </p:nvSpPr>
        <p:spPr>
          <a:xfrm rot="0">
            <a:off x="1188288" y="630397"/>
            <a:ext cx="15709589" cy="987105"/>
          </a:xfrm>
          <a:prstGeom prst="rect">
            <a:avLst/>
          </a:prstGeom>
        </p:spPr>
        <p:txBody>
          <a:bodyPr anchor="t" rtlCol="false" tIns="0" lIns="0" bIns="0" rIns="0">
            <a:spAutoFit/>
          </a:bodyPr>
          <a:lstStyle/>
          <a:p>
            <a:pPr algn="ctr" marL="0" indent="0" lvl="0">
              <a:lnSpc>
                <a:spcPts val="7278"/>
              </a:lnSpc>
              <a:spcBef>
                <a:spcPct val="0"/>
              </a:spcBef>
            </a:pPr>
            <a:r>
              <a:rPr lang="en-US" b="true" sz="7743">
                <a:solidFill>
                  <a:srgbClr val="000066"/>
                </a:solidFill>
                <a:latin typeface="Garet Bold"/>
                <a:ea typeface="Garet Bold"/>
                <a:cs typeface="Garet Bold"/>
                <a:sym typeface="Garet Bold"/>
              </a:rPr>
              <a:t>Objec</a:t>
            </a:r>
            <a:r>
              <a:rPr lang="en-US" b="true" sz="7743" strike="noStrike" u="none">
                <a:solidFill>
                  <a:srgbClr val="000066"/>
                </a:solidFill>
                <a:latin typeface="Garet Bold"/>
                <a:ea typeface="Garet Bold"/>
                <a:cs typeface="Garet Bold"/>
                <a:sym typeface="Garet Bold"/>
              </a:rPr>
              <a:t>t</a:t>
            </a:r>
            <a:r>
              <a:rPr lang="en-US" b="true" sz="7743" strike="noStrike" u="none">
                <a:solidFill>
                  <a:srgbClr val="000066"/>
                </a:solidFill>
                <a:latin typeface="Garet Bold"/>
                <a:ea typeface="Garet Bold"/>
                <a:cs typeface="Garet Bold"/>
                <a:sym typeface="Garet Bold"/>
              </a:rPr>
              <a:t>iv</a:t>
            </a:r>
            <a:r>
              <a:rPr lang="en-US" b="true" sz="7743" strike="noStrike" u="none">
                <a:solidFill>
                  <a:srgbClr val="000066"/>
                </a:solidFill>
                <a:latin typeface="Garet Bold"/>
                <a:ea typeface="Garet Bold"/>
                <a:cs typeface="Garet Bold"/>
                <a:sym typeface="Garet Bold"/>
              </a:rPr>
              <a:t>es </a:t>
            </a:r>
            <a:r>
              <a:rPr lang="en-US" b="true" sz="7743" strike="noStrike" u="none">
                <a:solidFill>
                  <a:srgbClr val="000066"/>
                </a:solidFill>
                <a:latin typeface="Garet Bold"/>
                <a:ea typeface="Garet Bold"/>
                <a:cs typeface="Garet Bold"/>
                <a:sym typeface="Garet Bold"/>
              </a:rPr>
              <a:t>o</a:t>
            </a:r>
            <a:r>
              <a:rPr lang="en-US" b="true" sz="7743" strike="noStrike" u="none">
                <a:solidFill>
                  <a:srgbClr val="000066"/>
                </a:solidFill>
                <a:latin typeface="Garet Bold"/>
                <a:ea typeface="Garet Bold"/>
                <a:cs typeface="Garet Bold"/>
                <a:sym typeface="Garet Bold"/>
              </a:rPr>
              <a:t>f</a:t>
            </a:r>
            <a:r>
              <a:rPr lang="en-US" b="true" sz="7743" strike="noStrike" u="none">
                <a:solidFill>
                  <a:srgbClr val="000066"/>
                </a:solidFill>
                <a:latin typeface="Garet Bold"/>
                <a:ea typeface="Garet Bold"/>
                <a:cs typeface="Garet Bold"/>
                <a:sym typeface="Garet Bold"/>
              </a:rPr>
              <a:t> Sy</a:t>
            </a:r>
            <a:r>
              <a:rPr lang="en-US" b="true" sz="7743" strike="noStrike" u="none">
                <a:solidFill>
                  <a:srgbClr val="000066"/>
                </a:solidFill>
                <a:latin typeface="Garet Bold"/>
                <a:ea typeface="Garet Bold"/>
                <a:cs typeface="Garet Bold"/>
                <a:sym typeface="Garet Bold"/>
              </a:rPr>
              <a:t>s</a:t>
            </a:r>
            <a:r>
              <a:rPr lang="en-US" b="true" sz="7743" strike="noStrike" u="none">
                <a:solidFill>
                  <a:srgbClr val="000066"/>
                </a:solidFill>
                <a:latin typeface="Garet Bold"/>
                <a:ea typeface="Garet Bold"/>
                <a:cs typeface="Garet Bold"/>
                <a:sym typeface="Garet Bold"/>
              </a:rPr>
              <a:t>tem</a:t>
            </a:r>
          </a:p>
        </p:txBody>
      </p:sp>
      <p:grpSp>
        <p:nvGrpSpPr>
          <p:cNvPr name="Group 6" id="6"/>
          <p:cNvGrpSpPr/>
          <p:nvPr/>
        </p:nvGrpSpPr>
        <p:grpSpPr>
          <a:xfrm rot="-2699999">
            <a:off x="-4592470" y="-1528837"/>
            <a:ext cx="4906166" cy="4505918"/>
            <a:chOff x="0" y="0"/>
            <a:chExt cx="3397795" cy="3120600"/>
          </a:xfrm>
        </p:grpSpPr>
        <p:sp>
          <p:nvSpPr>
            <p:cNvPr name="Freeform 7" id="7"/>
            <p:cNvSpPr/>
            <p:nvPr/>
          </p:nvSpPr>
          <p:spPr>
            <a:xfrm flipH="false" flipV="false" rot="0">
              <a:off x="0" y="0"/>
              <a:ext cx="3397795" cy="3120600"/>
            </a:xfrm>
            <a:custGeom>
              <a:avLst/>
              <a:gdLst/>
              <a:ahLst/>
              <a:cxnLst/>
              <a:rect r="r" b="b" t="t" l="l"/>
              <a:pathLst>
                <a:path h="3120600" w="3397795">
                  <a:moveTo>
                    <a:pt x="0" y="0"/>
                  </a:moveTo>
                  <a:lnTo>
                    <a:pt x="3397795" y="0"/>
                  </a:lnTo>
                  <a:lnTo>
                    <a:pt x="3397795" y="3120600"/>
                  </a:lnTo>
                  <a:lnTo>
                    <a:pt x="0" y="3120600"/>
                  </a:lnTo>
                  <a:close/>
                </a:path>
              </a:pathLst>
            </a:custGeom>
            <a:solidFill>
              <a:srgbClr val="336699"/>
            </a:solidFill>
          </p:spPr>
        </p:sp>
        <p:sp>
          <p:nvSpPr>
            <p:cNvPr name="TextBox 8" id="8"/>
            <p:cNvSpPr txBox="true"/>
            <p:nvPr/>
          </p:nvSpPr>
          <p:spPr>
            <a:xfrm>
              <a:off x="0" y="-38100"/>
              <a:ext cx="3397795" cy="3158700"/>
            </a:xfrm>
            <a:prstGeom prst="rect">
              <a:avLst/>
            </a:prstGeom>
          </p:spPr>
          <p:txBody>
            <a:bodyPr anchor="ctr" rtlCol="false" tIns="46654" lIns="46654" bIns="46654" rIns="46654"/>
            <a:lstStyle/>
            <a:p>
              <a:pPr algn="ctr">
                <a:lnSpc>
                  <a:spcPts val="1800"/>
                </a:lnSpc>
                <a:spcBef>
                  <a:spcPct val="0"/>
                </a:spcBef>
              </a:pPr>
            </a:p>
          </p:txBody>
        </p:sp>
      </p:grpSp>
      <p:grpSp>
        <p:nvGrpSpPr>
          <p:cNvPr name="Group 9" id="9"/>
          <p:cNvGrpSpPr/>
          <p:nvPr/>
        </p:nvGrpSpPr>
        <p:grpSpPr>
          <a:xfrm rot="-2699999">
            <a:off x="16178849" y="6533689"/>
            <a:ext cx="4906166" cy="4505918"/>
            <a:chOff x="0" y="0"/>
            <a:chExt cx="3397795" cy="3120600"/>
          </a:xfrm>
        </p:grpSpPr>
        <p:sp>
          <p:nvSpPr>
            <p:cNvPr name="Freeform 10" id="10"/>
            <p:cNvSpPr/>
            <p:nvPr/>
          </p:nvSpPr>
          <p:spPr>
            <a:xfrm flipH="false" flipV="false" rot="0">
              <a:off x="0" y="0"/>
              <a:ext cx="3397795" cy="3120600"/>
            </a:xfrm>
            <a:custGeom>
              <a:avLst/>
              <a:gdLst/>
              <a:ahLst/>
              <a:cxnLst/>
              <a:rect r="r" b="b" t="t" l="l"/>
              <a:pathLst>
                <a:path h="3120600" w="3397795">
                  <a:moveTo>
                    <a:pt x="0" y="0"/>
                  </a:moveTo>
                  <a:lnTo>
                    <a:pt x="3397795" y="0"/>
                  </a:lnTo>
                  <a:lnTo>
                    <a:pt x="3397795" y="3120600"/>
                  </a:lnTo>
                  <a:lnTo>
                    <a:pt x="0" y="3120600"/>
                  </a:lnTo>
                  <a:close/>
                </a:path>
              </a:pathLst>
            </a:custGeom>
            <a:solidFill>
              <a:srgbClr val="6699FF"/>
            </a:solidFill>
          </p:spPr>
        </p:sp>
        <p:sp>
          <p:nvSpPr>
            <p:cNvPr name="TextBox 11" id="11"/>
            <p:cNvSpPr txBox="true"/>
            <p:nvPr/>
          </p:nvSpPr>
          <p:spPr>
            <a:xfrm>
              <a:off x="0" y="-38100"/>
              <a:ext cx="3397795" cy="3158700"/>
            </a:xfrm>
            <a:prstGeom prst="rect">
              <a:avLst/>
            </a:prstGeom>
          </p:spPr>
          <p:txBody>
            <a:bodyPr anchor="ctr" rtlCol="false" tIns="46654" lIns="46654" bIns="46654" rIns="46654"/>
            <a:lstStyle/>
            <a:p>
              <a:pPr algn="ctr">
                <a:lnSpc>
                  <a:spcPts val="1800"/>
                </a:lnSpc>
                <a:spcBef>
                  <a:spcPct val="0"/>
                </a:spcBef>
              </a:pPr>
            </a:p>
          </p:txBody>
        </p:sp>
      </p:grpSp>
      <p:grpSp>
        <p:nvGrpSpPr>
          <p:cNvPr name="Group 12" id="12"/>
          <p:cNvGrpSpPr/>
          <p:nvPr/>
        </p:nvGrpSpPr>
        <p:grpSpPr>
          <a:xfrm rot="-2699999">
            <a:off x="-1232090" y="3170689"/>
            <a:ext cx="1918747" cy="1762214"/>
            <a:chOff x="0" y="0"/>
            <a:chExt cx="1328840" cy="1220432"/>
          </a:xfrm>
        </p:grpSpPr>
        <p:sp>
          <p:nvSpPr>
            <p:cNvPr name="Freeform 13" id="13"/>
            <p:cNvSpPr/>
            <p:nvPr/>
          </p:nvSpPr>
          <p:spPr>
            <a:xfrm flipH="false" flipV="false" rot="0">
              <a:off x="0" y="0"/>
              <a:ext cx="1328840" cy="1220432"/>
            </a:xfrm>
            <a:custGeom>
              <a:avLst/>
              <a:gdLst/>
              <a:ahLst/>
              <a:cxnLst/>
              <a:rect r="r" b="b" t="t" l="l"/>
              <a:pathLst>
                <a:path h="1220432" w="1328840">
                  <a:moveTo>
                    <a:pt x="0" y="0"/>
                  </a:moveTo>
                  <a:lnTo>
                    <a:pt x="1328840" y="0"/>
                  </a:lnTo>
                  <a:lnTo>
                    <a:pt x="1328840" y="1220432"/>
                  </a:lnTo>
                  <a:lnTo>
                    <a:pt x="0" y="1220432"/>
                  </a:lnTo>
                  <a:close/>
                </a:path>
              </a:pathLst>
            </a:custGeom>
            <a:solidFill>
              <a:srgbClr val="6699FF"/>
            </a:solidFill>
          </p:spPr>
        </p:sp>
        <p:sp>
          <p:nvSpPr>
            <p:cNvPr name="TextBox 14" id="14"/>
            <p:cNvSpPr txBox="true"/>
            <p:nvPr/>
          </p:nvSpPr>
          <p:spPr>
            <a:xfrm>
              <a:off x="0" y="-38100"/>
              <a:ext cx="1328840" cy="1258532"/>
            </a:xfrm>
            <a:prstGeom prst="rect">
              <a:avLst/>
            </a:prstGeom>
          </p:spPr>
          <p:txBody>
            <a:bodyPr anchor="ctr" rtlCol="false" tIns="46654" lIns="46654" bIns="46654" rIns="46654"/>
            <a:lstStyle/>
            <a:p>
              <a:pPr algn="ctr">
                <a:lnSpc>
                  <a:spcPts val="1800"/>
                </a:lnSpc>
                <a:spcBef>
                  <a:spcPct val="0"/>
                </a:spcBef>
              </a:pPr>
            </a:p>
          </p:txBody>
        </p:sp>
      </p:grpSp>
    </p:spTree>
  </p:cSld>
  <p:clrMapOvr>
    <a:masterClrMapping/>
  </p:clrMapOvr>
</p:sld>
</file>

<file path=ppt/slides/slide4.xml><?xml version="1.0" encoding="utf-8"?>
<p:sld xmlns:p="http://schemas.openxmlformats.org/presentationml/2006/main" xmlns:a="http://schemas.openxmlformats.org/drawingml/2006/main">
  <p:cSld>
    <p:bg>
      <p:bgPr>
        <a:solidFill>
          <a:srgbClr val="6699FF"/>
        </a:solidFill>
      </p:bgPr>
    </p:bg>
    <p:spTree>
      <p:nvGrpSpPr>
        <p:cNvPr id="1" name=""/>
        <p:cNvGrpSpPr/>
        <p:nvPr/>
      </p:nvGrpSpPr>
      <p:grpSpPr>
        <a:xfrm>
          <a:off x="0" y="0"/>
          <a:ext cx="0" cy="0"/>
          <a:chOff x="0" y="0"/>
          <a:chExt cx="0" cy="0"/>
        </a:xfrm>
      </p:grpSpPr>
      <p:grpSp>
        <p:nvGrpSpPr>
          <p:cNvPr name="Group 2" id="2"/>
          <p:cNvGrpSpPr/>
          <p:nvPr/>
        </p:nvGrpSpPr>
        <p:grpSpPr>
          <a:xfrm rot="0">
            <a:off x="188797" y="431640"/>
            <a:ext cx="17910406" cy="9879016"/>
            <a:chOff x="0" y="0"/>
            <a:chExt cx="4717144" cy="2601881"/>
          </a:xfrm>
        </p:grpSpPr>
        <p:sp>
          <p:nvSpPr>
            <p:cNvPr name="Freeform 3" id="3"/>
            <p:cNvSpPr/>
            <p:nvPr/>
          </p:nvSpPr>
          <p:spPr>
            <a:xfrm flipH="false" flipV="false" rot="0">
              <a:off x="0" y="0"/>
              <a:ext cx="4717144" cy="2601881"/>
            </a:xfrm>
            <a:custGeom>
              <a:avLst/>
              <a:gdLst/>
              <a:ahLst/>
              <a:cxnLst/>
              <a:rect r="r" b="b" t="t" l="l"/>
              <a:pathLst>
                <a:path h="2601881" w="4717144">
                  <a:moveTo>
                    <a:pt x="0" y="0"/>
                  </a:moveTo>
                  <a:lnTo>
                    <a:pt x="4717144" y="0"/>
                  </a:lnTo>
                  <a:lnTo>
                    <a:pt x="4717144" y="2601881"/>
                  </a:lnTo>
                  <a:lnTo>
                    <a:pt x="0" y="2601881"/>
                  </a:lnTo>
                  <a:close/>
                </a:path>
              </a:pathLst>
            </a:custGeom>
            <a:solidFill>
              <a:srgbClr val="FFFFFF"/>
            </a:solidFill>
          </p:spPr>
        </p:sp>
        <p:sp>
          <p:nvSpPr>
            <p:cNvPr name="TextBox 4" id="4"/>
            <p:cNvSpPr txBox="true"/>
            <p:nvPr/>
          </p:nvSpPr>
          <p:spPr>
            <a:xfrm>
              <a:off x="0" y="-38100"/>
              <a:ext cx="4717144" cy="263998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43706" y="4778818"/>
            <a:ext cx="5029204" cy="4479482"/>
            <a:chOff x="0" y="0"/>
            <a:chExt cx="1324564" cy="1179781"/>
          </a:xfrm>
        </p:grpSpPr>
        <p:sp>
          <p:nvSpPr>
            <p:cNvPr name="Freeform 6" id="6"/>
            <p:cNvSpPr/>
            <p:nvPr/>
          </p:nvSpPr>
          <p:spPr>
            <a:xfrm flipH="false" flipV="false" rot="0">
              <a:off x="0" y="0"/>
              <a:ext cx="1324564" cy="1179781"/>
            </a:xfrm>
            <a:custGeom>
              <a:avLst/>
              <a:gdLst/>
              <a:ahLst/>
              <a:cxnLst/>
              <a:rect r="r" b="b" t="t" l="l"/>
              <a:pathLst>
                <a:path h="1179781" w="1324564">
                  <a:moveTo>
                    <a:pt x="0" y="0"/>
                  </a:moveTo>
                  <a:lnTo>
                    <a:pt x="1324564" y="0"/>
                  </a:lnTo>
                  <a:lnTo>
                    <a:pt x="1324564" y="1179781"/>
                  </a:lnTo>
                  <a:lnTo>
                    <a:pt x="0" y="1179781"/>
                  </a:lnTo>
                  <a:close/>
                </a:path>
              </a:pathLst>
            </a:custGeom>
            <a:solidFill>
              <a:srgbClr val="000066"/>
            </a:solidFill>
          </p:spPr>
        </p:sp>
        <p:sp>
          <p:nvSpPr>
            <p:cNvPr name="TextBox 7" id="7"/>
            <p:cNvSpPr txBox="true"/>
            <p:nvPr/>
          </p:nvSpPr>
          <p:spPr>
            <a:xfrm>
              <a:off x="0" y="-38100"/>
              <a:ext cx="1324564" cy="1217881"/>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6800652" y="4778818"/>
            <a:ext cx="5382176" cy="4479482"/>
            <a:chOff x="0" y="0"/>
            <a:chExt cx="1417528" cy="1179781"/>
          </a:xfrm>
        </p:grpSpPr>
        <p:sp>
          <p:nvSpPr>
            <p:cNvPr name="Freeform 9" id="9"/>
            <p:cNvSpPr/>
            <p:nvPr/>
          </p:nvSpPr>
          <p:spPr>
            <a:xfrm flipH="false" flipV="false" rot="0">
              <a:off x="0" y="0"/>
              <a:ext cx="1417528" cy="1179781"/>
            </a:xfrm>
            <a:custGeom>
              <a:avLst/>
              <a:gdLst/>
              <a:ahLst/>
              <a:cxnLst/>
              <a:rect r="r" b="b" t="t" l="l"/>
              <a:pathLst>
                <a:path h="1179781" w="1417528">
                  <a:moveTo>
                    <a:pt x="0" y="0"/>
                  </a:moveTo>
                  <a:lnTo>
                    <a:pt x="1417528" y="0"/>
                  </a:lnTo>
                  <a:lnTo>
                    <a:pt x="1417528" y="1179781"/>
                  </a:lnTo>
                  <a:lnTo>
                    <a:pt x="0" y="1179781"/>
                  </a:lnTo>
                  <a:close/>
                </a:path>
              </a:pathLst>
            </a:custGeom>
            <a:solidFill>
              <a:srgbClr val="000066"/>
            </a:solidFill>
          </p:spPr>
        </p:sp>
        <p:sp>
          <p:nvSpPr>
            <p:cNvPr name="TextBox 10" id="10"/>
            <p:cNvSpPr txBox="true"/>
            <p:nvPr/>
          </p:nvSpPr>
          <p:spPr>
            <a:xfrm>
              <a:off x="0" y="-38100"/>
              <a:ext cx="1417528" cy="1217881"/>
            </a:xfrm>
            <a:prstGeom prst="rect">
              <a:avLst/>
            </a:prstGeom>
          </p:spPr>
          <p:txBody>
            <a:bodyPr anchor="ctr" rtlCol="false" tIns="50800" lIns="50800" bIns="50800" rIns="50800"/>
            <a:lstStyle/>
            <a:p>
              <a:pPr algn="ctr">
                <a:lnSpc>
                  <a:spcPts val="2659"/>
                </a:lnSpc>
              </a:pPr>
              <a:r>
                <a:rPr lang="en-US" sz="1899">
                  <a:solidFill>
                    <a:srgbClr val="FFFFFF"/>
                  </a:solidFill>
                  <a:latin typeface="Open Sans"/>
                  <a:ea typeface="Open Sans"/>
                  <a:cs typeface="Open Sans"/>
                  <a:sym typeface="Open Sans"/>
                </a:rPr>
                <a:t>I</a:t>
              </a:r>
            </a:p>
          </p:txBody>
        </p:sp>
      </p:grpSp>
      <p:sp>
        <p:nvSpPr>
          <p:cNvPr name="TextBox 11" id="11"/>
          <p:cNvSpPr txBox="true"/>
          <p:nvPr/>
        </p:nvSpPr>
        <p:spPr>
          <a:xfrm rot="0">
            <a:off x="4397542" y="644042"/>
            <a:ext cx="8554455" cy="1705732"/>
          </a:xfrm>
          <a:prstGeom prst="rect">
            <a:avLst/>
          </a:prstGeom>
        </p:spPr>
        <p:txBody>
          <a:bodyPr anchor="t" rtlCol="false" tIns="0" lIns="0" bIns="0" rIns="0">
            <a:spAutoFit/>
          </a:bodyPr>
          <a:lstStyle/>
          <a:p>
            <a:pPr algn="ctr" marL="0" indent="0" lvl="0">
              <a:lnSpc>
                <a:spcPts val="6572"/>
              </a:lnSpc>
              <a:spcBef>
                <a:spcPct val="0"/>
              </a:spcBef>
            </a:pPr>
            <a:r>
              <a:rPr lang="en-US" b="true" sz="6992">
                <a:solidFill>
                  <a:srgbClr val="000066"/>
                </a:solidFill>
                <a:latin typeface="Garet Bold"/>
                <a:ea typeface="Garet Bold"/>
                <a:cs typeface="Garet Bold"/>
                <a:sym typeface="Garet Bold"/>
              </a:rPr>
              <a:t>P</a:t>
            </a:r>
            <a:r>
              <a:rPr lang="en-US" b="true" sz="6992" strike="noStrike" u="none">
                <a:solidFill>
                  <a:srgbClr val="000066"/>
                </a:solidFill>
                <a:latin typeface="Garet Bold"/>
                <a:ea typeface="Garet Bold"/>
                <a:cs typeface="Garet Bold"/>
                <a:sym typeface="Garet Bold"/>
              </a:rPr>
              <a:t>ro</a:t>
            </a:r>
            <a:r>
              <a:rPr lang="en-US" b="true" sz="6992" strike="noStrike" u="none">
                <a:solidFill>
                  <a:srgbClr val="000066"/>
                </a:solidFill>
                <a:latin typeface="Garet Bold"/>
                <a:ea typeface="Garet Bold"/>
                <a:cs typeface="Garet Bold"/>
                <a:sym typeface="Garet Bold"/>
              </a:rPr>
              <a:t>pose</a:t>
            </a:r>
            <a:r>
              <a:rPr lang="en-US" b="true" sz="6992" strike="noStrike" u="none">
                <a:solidFill>
                  <a:srgbClr val="000066"/>
                </a:solidFill>
                <a:latin typeface="Garet Bold"/>
                <a:ea typeface="Garet Bold"/>
                <a:cs typeface="Garet Bold"/>
                <a:sym typeface="Garet Bold"/>
              </a:rPr>
              <a:t>d</a:t>
            </a:r>
            <a:r>
              <a:rPr lang="en-US" b="true" sz="6992" strike="noStrike" u="none">
                <a:solidFill>
                  <a:srgbClr val="000066"/>
                </a:solidFill>
                <a:latin typeface="Garet Bold"/>
                <a:ea typeface="Garet Bold"/>
                <a:cs typeface="Garet Bold"/>
                <a:sym typeface="Garet Bold"/>
              </a:rPr>
              <a:t> Sys</a:t>
            </a:r>
            <a:r>
              <a:rPr lang="en-US" b="true" sz="6992" strike="noStrike" u="none">
                <a:solidFill>
                  <a:srgbClr val="000066"/>
                </a:solidFill>
                <a:latin typeface="Garet Bold"/>
                <a:ea typeface="Garet Bold"/>
                <a:cs typeface="Garet Bold"/>
                <a:sym typeface="Garet Bold"/>
              </a:rPr>
              <a:t>t</a:t>
            </a:r>
            <a:r>
              <a:rPr lang="en-US" b="true" sz="6992" strike="noStrike" u="none">
                <a:solidFill>
                  <a:srgbClr val="000066"/>
                </a:solidFill>
                <a:latin typeface="Garet Bold"/>
                <a:ea typeface="Garet Bold"/>
                <a:cs typeface="Garet Bold"/>
                <a:sym typeface="Garet Bold"/>
              </a:rPr>
              <a:t>em</a:t>
            </a:r>
          </a:p>
          <a:p>
            <a:pPr algn="ctr" marL="0" indent="0" lvl="0">
              <a:lnSpc>
                <a:spcPts val="6486"/>
              </a:lnSpc>
              <a:spcBef>
                <a:spcPct val="0"/>
              </a:spcBef>
            </a:pPr>
          </a:p>
        </p:txBody>
      </p:sp>
      <p:sp>
        <p:nvSpPr>
          <p:cNvPr name="TextBox 12" id="12"/>
          <p:cNvSpPr txBox="true"/>
          <p:nvPr/>
        </p:nvSpPr>
        <p:spPr>
          <a:xfrm rot="0">
            <a:off x="1306740" y="6283960"/>
            <a:ext cx="6181605" cy="2633059"/>
          </a:xfrm>
          <a:prstGeom prst="rect">
            <a:avLst/>
          </a:prstGeom>
        </p:spPr>
        <p:txBody>
          <a:bodyPr anchor="t" rtlCol="false" tIns="0" lIns="0" bIns="0" rIns="0">
            <a:spAutoFit/>
          </a:bodyPr>
          <a:lstStyle/>
          <a:p>
            <a:pPr algn="l" marL="794969" indent="-397485" lvl="1">
              <a:lnSpc>
                <a:spcPts val="4160"/>
              </a:lnSpc>
              <a:buFont typeface="Arial"/>
              <a:buChar char="•"/>
            </a:pPr>
            <a:r>
              <a:rPr lang="en-US" sz="3682">
                <a:solidFill>
                  <a:srgbClr val="FFFFFF"/>
                </a:solidFill>
                <a:latin typeface="Garet"/>
                <a:ea typeface="Garet"/>
                <a:cs typeface="Garet"/>
                <a:sym typeface="Garet"/>
              </a:rPr>
              <a:t>S</a:t>
            </a:r>
            <a:r>
              <a:rPr lang="en-US" sz="3682" strike="noStrike" u="none">
                <a:solidFill>
                  <a:srgbClr val="FFFFFF"/>
                </a:solidFill>
                <a:latin typeface="Garet"/>
                <a:ea typeface="Garet"/>
                <a:cs typeface="Garet"/>
                <a:sym typeface="Garet"/>
              </a:rPr>
              <a:t>e</a:t>
            </a:r>
            <a:r>
              <a:rPr lang="en-US" sz="3682" strike="noStrike" u="none">
                <a:solidFill>
                  <a:srgbClr val="FFFFFF"/>
                </a:solidFill>
                <a:latin typeface="Garet"/>
                <a:ea typeface="Garet"/>
                <a:cs typeface="Garet"/>
                <a:sym typeface="Garet"/>
              </a:rPr>
              <a:t>a</a:t>
            </a:r>
            <a:r>
              <a:rPr lang="en-US" sz="3682" strike="noStrike" u="none">
                <a:solidFill>
                  <a:srgbClr val="FFFFFF"/>
                </a:solidFill>
                <a:latin typeface="Garet"/>
                <a:ea typeface="Garet"/>
                <a:cs typeface="Garet"/>
                <a:sym typeface="Garet"/>
              </a:rPr>
              <a:t>r</a:t>
            </a:r>
            <a:r>
              <a:rPr lang="en-US" sz="3682" strike="noStrike" u="none">
                <a:solidFill>
                  <a:srgbClr val="FFFFFF"/>
                </a:solidFill>
                <a:latin typeface="Garet"/>
                <a:ea typeface="Garet"/>
                <a:cs typeface="Garet"/>
                <a:sym typeface="Garet"/>
              </a:rPr>
              <a:t>ch</a:t>
            </a:r>
            <a:r>
              <a:rPr lang="en-US" sz="3682" strike="noStrike" u="none">
                <a:solidFill>
                  <a:srgbClr val="FFFFFF"/>
                </a:solidFill>
                <a:latin typeface="Garet"/>
                <a:ea typeface="Garet"/>
                <a:cs typeface="Garet"/>
                <a:sym typeface="Garet"/>
              </a:rPr>
              <a:t> sc</a:t>
            </a:r>
            <a:r>
              <a:rPr lang="en-US" sz="3682" strike="noStrike" u="none">
                <a:solidFill>
                  <a:srgbClr val="FFFFFF"/>
                </a:solidFill>
                <a:latin typeface="Garet"/>
                <a:ea typeface="Garet"/>
                <a:cs typeface="Garet"/>
                <a:sym typeface="Garet"/>
              </a:rPr>
              <a:t>h</a:t>
            </a:r>
            <a:r>
              <a:rPr lang="en-US" sz="3682" strike="noStrike" u="none">
                <a:solidFill>
                  <a:srgbClr val="FFFFFF"/>
                </a:solidFill>
                <a:latin typeface="Garet"/>
                <a:ea typeface="Garet"/>
                <a:cs typeface="Garet"/>
                <a:sym typeface="Garet"/>
              </a:rPr>
              <a:t>o</a:t>
            </a:r>
            <a:r>
              <a:rPr lang="en-US" sz="3682" strike="noStrike" u="none">
                <a:solidFill>
                  <a:srgbClr val="FFFFFF"/>
                </a:solidFill>
                <a:latin typeface="Garet"/>
                <a:ea typeface="Garet"/>
                <a:cs typeface="Garet"/>
                <a:sym typeface="Garet"/>
              </a:rPr>
              <a:t>ol</a:t>
            </a:r>
            <a:r>
              <a:rPr lang="en-US" sz="3682" strike="noStrike" u="none">
                <a:solidFill>
                  <a:srgbClr val="FFFFFF"/>
                </a:solidFill>
                <a:latin typeface="Garet"/>
                <a:ea typeface="Garet"/>
                <a:cs typeface="Garet"/>
                <a:sym typeface="Garet"/>
              </a:rPr>
              <a:t>s</a:t>
            </a:r>
          </a:p>
          <a:p>
            <a:pPr algn="l" marL="794969" indent="-397485" lvl="1">
              <a:lnSpc>
                <a:spcPts val="4160"/>
              </a:lnSpc>
              <a:buFont typeface="Arial"/>
              <a:buChar char="•"/>
            </a:pPr>
            <a:r>
              <a:rPr lang="en-US" sz="3682" strike="noStrike" u="none">
                <a:solidFill>
                  <a:srgbClr val="FFFFFF"/>
                </a:solidFill>
                <a:latin typeface="Garet"/>
                <a:ea typeface="Garet"/>
                <a:cs typeface="Garet"/>
                <a:sym typeface="Garet"/>
              </a:rPr>
              <a:t>Ap</a:t>
            </a:r>
            <a:r>
              <a:rPr lang="en-US" sz="3682" strike="noStrike" u="none">
                <a:solidFill>
                  <a:srgbClr val="FFFFFF"/>
                </a:solidFill>
                <a:latin typeface="Garet"/>
                <a:ea typeface="Garet"/>
                <a:cs typeface="Garet"/>
                <a:sym typeface="Garet"/>
              </a:rPr>
              <a:t>pl</a:t>
            </a:r>
            <a:r>
              <a:rPr lang="en-US" sz="3682" strike="noStrike" u="none">
                <a:solidFill>
                  <a:srgbClr val="FFFFFF"/>
                </a:solidFill>
                <a:latin typeface="Garet"/>
                <a:ea typeface="Garet"/>
                <a:cs typeface="Garet"/>
                <a:sym typeface="Garet"/>
              </a:rPr>
              <a:t>y</a:t>
            </a:r>
            <a:r>
              <a:rPr lang="en-US" sz="3682" strike="noStrike" u="none">
                <a:solidFill>
                  <a:srgbClr val="FFFFFF"/>
                </a:solidFill>
                <a:latin typeface="Garet"/>
                <a:ea typeface="Garet"/>
                <a:cs typeface="Garet"/>
                <a:sym typeface="Garet"/>
              </a:rPr>
              <a:t> </a:t>
            </a:r>
            <a:r>
              <a:rPr lang="en-US" sz="3682" strike="noStrike" u="none">
                <a:solidFill>
                  <a:srgbClr val="FFFFFF"/>
                </a:solidFill>
                <a:latin typeface="Garet"/>
                <a:ea typeface="Garet"/>
                <a:cs typeface="Garet"/>
                <a:sym typeface="Garet"/>
              </a:rPr>
              <a:t>o</a:t>
            </a:r>
            <a:r>
              <a:rPr lang="en-US" sz="3682" strike="noStrike" u="none">
                <a:solidFill>
                  <a:srgbClr val="FFFFFF"/>
                </a:solidFill>
                <a:latin typeface="Garet"/>
                <a:ea typeface="Garet"/>
                <a:cs typeface="Garet"/>
                <a:sym typeface="Garet"/>
              </a:rPr>
              <a:t>nli</a:t>
            </a:r>
            <a:r>
              <a:rPr lang="en-US" sz="3682" strike="noStrike" u="none">
                <a:solidFill>
                  <a:srgbClr val="FFFFFF"/>
                </a:solidFill>
                <a:latin typeface="Garet"/>
                <a:ea typeface="Garet"/>
                <a:cs typeface="Garet"/>
                <a:sym typeface="Garet"/>
              </a:rPr>
              <a:t>n</a:t>
            </a:r>
            <a:r>
              <a:rPr lang="en-US" sz="3682" strike="noStrike" u="none">
                <a:solidFill>
                  <a:srgbClr val="FFFFFF"/>
                </a:solidFill>
                <a:latin typeface="Garet"/>
                <a:ea typeface="Garet"/>
                <a:cs typeface="Garet"/>
                <a:sym typeface="Garet"/>
              </a:rPr>
              <a:t>e</a:t>
            </a:r>
          </a:p>
          <a:p>
            <a:pPr algn="l" marL="794969" indent="-397485" lvl="1">
              <a:lnSpc>
                <a:spcPts val="4160"/>
              </a:lnSpc>
              <a:buFont typeface="Arial"/>
              <a:buChar char="•"/>
            </a:pPr>
            <a:r>
              <a:rPr lang="en-US" sz="3682" strike="noStrike" u="none">
                <a:solidFill>
                  <a:srgbClr val="FFFFFF"/>
                </a:solidFill>
                <a:latin typeface="Garet"/>
                <a:ea typeface="Garet"/>
                <a:cs typeface="Garet"/>
                <a:sym typeface="Garet"/>
              </a:rPr>
              <a:t>T</a:t>
            </a:r>
            <a:r>
              <a:rPr lang="en-US" sz="3682" strike="noStrike" u="none">
                <a:solidFill>
                  <a:srgbClr val="FFFFFF"/>
                </a:solidFill>
                <a:latin typeface="Garet"/>
                <a:ea typeface="Garet"/>
                <a:cs typeface="Garet"/>
                <a:sym typeface="Garet"/>
              </a:rPr>
              <a:t>ra</a:t>
            </a:r>
            <a:r>
              <a:rPr lang="en-US" sz="3682" strike="noStrike" u="none">
                <a:solidFill>
                  <a:srgbClr val="FFFFFF"/>
                </a:solidFill>
                <a:latin typeface="Garet"/>
                <a:ea typeface="Garet"/>
                <a:cs typeface="Garet"/>
                <a:sym typeface="Garet"/>
              </a:rPr>
              <a:t>ck</a:t>
            </a:r>
            <a:r>
              <a:rPr lang="en-US" sz="3682" strike="noStrike" u="none">
                <a:solidFill>
                  <a:srgbClr val="FFFFFF"/>
                </a:solidFill>
                <a:latin typeface="Garet"/>
                <a:ea typeface="Garet"/>
                <a:cs typeface="Garet"/>
                <a:sym typeface="Garet"/>
              </a:rPr>
              <a:t> adm</a:t>
            </a:r>
            <a:r>
              <a:rPr lang="en-US" sz="3682" strike="noStrike" u="none">
                <a:solidFill>
                  <a:srgbClr val="FFFFFF"/>
                </a:solidFill>
                <a:latin typeface="Garet"/>
                <a:ea typeface="Garet"/>
                <a:cs typeface="Garet"/>
                <a:sym typeface="Garet"/>
              </a:rPr>
              <a:t>iss</a:t>
            </a:r>
            <a:r>
              <a:rPr lang="en-US" sz="3682" strike="noStrike" u="none">
                <a:solidFill>
                  <a:srgbClr val="FFFFFF"/>
                </a:solidFill>
                <a:latin typeface="Garet"/>
                <a:ea typeface="Garet"/>
                <a:cs typeface="Garet"/>
                <a:sym typeface="Garet"/>
              </a:rPr>
              <a:t>ion </a:t>
            </a:r>
            <a:r>
              <a:rPr lang="en-US" sz="3682" strike="noStrike" u="none">
                <a:solidFill>
                  <a:srgbClr val="FFFFFF"/>
                </a:solidFill>
                <a:latin typeface="Garet"/>
                <a:ea typeface="Garet"/>
                <a:cs typeface="Garet"/>
                <a:sym typeface="Garet"/>
              </a:rPr>
              <a:t>st</a:t>
            </a:r>
            <a:r>
              <a:rPr lang="en-US" sz="3682" strike="noStrike" u="none">
                <a:solidFill>
                  <a:srgbClr val="FFFFFF"/>
                </a:solidFill>
                <a:latin typeface="Garet"/>
                <a:ea typeface="Garet"/>
                <a:cs typeface="Garet"/>
                <a:sym typeface="Garet"/>
              </a:rPr>
              <a:t>atus</a:t>
            </a:r>
          </a:p>
          <a:p>
            <a:pPr algn="l">
              <a:lnSpc>
                <a:spcPts val="4160"/>
              </a:lnSpc>
            </a:pPr>
          </a:p>
        </p:txBody>
      </p:sp>
      <p:sp>
        <p:nvSpPr>
          <p:cNvPr name="TextBox 13" id="13"/>
          <p:cNvSpPr txBox="true"/>
          <p:nvPr/>
        </p:nvSpPr>
        <p:spPr>
          <a:xfrm rot="0">
            <a:off x="6572910" y="6101385"/>
            <a:ext cx="7331273" cy="3156915"/>
          </a:xfrm>
          <a:prstGeom prst="rect">
            <a:avLst/>
          </a:prstGeom>
        </p:spPr>
        <p:txBody>
          <a:bodyPr anchor="t" rtlCol="false" tIns="0" lIns="0" bIns="0" rIns="0">
            <a:spAutoFit/>
          </a:bodyPr>
          <a:lstStyle/>
          <a:p>
            <a:pPr algn="l" marL="794514" indent="-397257" lvl="1">
              <a:lnSpc>
                <a:spcPts val="4158"/>
              </a:lnSpc>
              <a:spcBef>
                <a:spcPct val="0"/>
              </a:spcBef>
              <a:buFont typeface="Arial"/>
              <a:buChar char="•"/>
            </a:pPr>
            <a:r>
              <a:rPr lang="en-US" sz="3680">
                <a:solidFill>
                  <a:srgbClr val="FFFFFF"/>
                </a:solidFill>
                <a:latin typeface="Garet"/>
                <a:ea typeface="Garet"/>
                <a:cs typeface="Garet"/>
                <a:sym typeface="Garet"/>
              </a:rPr>
              <a:t>R</a:t>
            </a:r>
            <a:r>
              <a:rPr lang="en-US" sz="3680" strike="noStrike" u="none">
                <a:solidFill>
                  <a:srgbClr val="FFFFFF"/>
                </a:solidFill>
                <a:latin typeface="Garet"/>
                <a:ea typeface="Garet"/>
                <a:cs typeface="Garet"/>
                <a:sym typeface="Garet"/>
              </a:rPr>
              <a:t>e</a:t>
            </a:r>
            <a:r>
              <a:rPr lang="en-US" sz="3680" strike="noStrike" u="none">
                <a:solidFill>
                  <a:srgbClr val="FFFFFF"/>
                </a:solidFill>
                <a:latin typeface="Garet"/>
                <a:ea typeface="Garet"/>
                <a:cs typeface="Garet"/>
                <a:sym typeface="Garet"/>
              </a:rPr>
              <a:t>v</a:t>
            </a:r>
            <a:r>
              <a:rPr lang="en-US" sz="3680" strike="noStrike" u="none">
                <a:solidFill>
                  <a:srgbClr val="FFFFFF"/>
                </a:solidFill>
                <a:latin typeface="Garet"/>
                <a:ea typeface="Garet"/>
                <a:cs typeface="Garet"/>
                <a:sym typeface="Garet"/>
              </a:rPr>
              <a:t>i</a:t>
            </a:r>
            <a:r>
              <a:rPr lang="en-US" sz="3680" strike="noStrike" u="none">
                <a:solidFill>
                  <a:srgbClr val="FFFFFF"/>
                </a:solidFill>
                <a:latin typeface="Garet"/>
                <a:ea typeface="Garet"/>
                <a:cs typeface="Garet"/>
                <a:sym typeface="Garet"/>
              </a:rPr>
              <a:t>ew</a:t>
            </a:r>
            <a:r>
              <a:rPr lang="en-US" sz="3680" strike="noStrike" u="none">
                <a:solidFill>
                  <a:srgbClr val="FFFFFF"/>
                </a:solidFill>
                <a:latin typeface="Garet"/>
                <a:ea typeface="Garet"/>
                <a:cs typeface="Garet"/>
                <a:sym typeface="Garet"/>
              </a:rPr>
              <a:t> </a:t>
            </a:r>
          </a:p>
          <a:p>
            <a:pPr algn="l">
              <a:lnSpc>
                <a:spcPts val="4158"/>
              </a:lnSpc>
              <a:spcBef>
                <a:spcPct val="0"/>
              </a:spcBef>
            </a:pPr>
            <a:r>
              <a:rPr lang="en-US" sz="3680" strike="noStrike" u="none">
                <a:solidFill>
                  <a:srgbClr val="FFFFFF"/>
                </a:solidFill>
                <a:latin typeface="Garet"/>
                <a:ea typeface="Garet"/>
                <a:cs typeface="Garet"/>
                <a:sym typeface="Garet"/>
              </a:rPr>
              <a:t>      </a:t>
            </a:r>
            <a:r>
              <a:rPr lang="en-US" sz="3680" strike="noStrike" u="none">
                <a:solidFill>
                  <a:srgbClr val="FFFFFF"/>
                </a:solidFill>
                <a:latin typeface="Garet"/>
                <a:ea typeface="Garet"/>
                <a:cs typeface="Garet"/>
                <a:sym typeface="Garet"/>
              </a:rPr>
              <a:t>applications</a:t>
            </a:r>
          </a:p>
          <a:p>
            <a:pPr algn="l" marL="794514" indent="-397257" lvl="1">
              <a:lnSpc>
                <a:spcPts val="4158"/>
              </a:lnSpc>
              <a:spcBef>
                <a:spcPct val="0"/>
              </a:spcBef>
              <a:buFont typeface="Arial"/>
              <a:buChar char="•"/>
            </a:pPr>
            <a:r>
              <a:rPr lang="en-US" sz="3680" strike="noStrike" u="none">
                <a:solidFill>
                  <a:srgbClr val="FFFFFF"/>
                </a:solidFill>
                <a:latin typeface="Garet"/>
                <a:ea typeface="Garet"/>
                <a:cs typeface="Garet"/>
                <a:sym typeface="Garet"/>
              </a:rPr>
              <a:t>Send i</a:t>
            </a:r>
            <a:r>
              <a:rPr lang="en-US" sz="3680" strike="noStrike" u="none">
                <a:solidFill>
                  <a:srgbClr val="FFFFFF"/>
                </a:solidFill>
                <a:latin typeface="Garet"/>
                <a:ea typeface="Garet"/>
                <a:cs typeface="Garet"/>
                <a:sym typeface="Garet"/>
              </a:rPr>
              <a:t>n</a:t>
            </a:r>
            <a:r>
              <a:rPr lang="en-US" sz="3680" strike="noStrike" u="none">
                <a:solidFill>
                  <a:srgbClr val="FFFFFF"/>
                </a:solidFill>
                <a:latin typeface="Garet"/>
                <a:ea typeface="Garet"/>
                <a:cs typeface="Garet"/>
                <a:sym typeface="Garet"/>
              </a:rPr>
              <a:t>tervie</a:t>
            </a:r>
            <a:r>
              <a:rPr lang="en-US" sz="3680" strike="noStrike" u="none">
                <a:solidFill>
                  <a:srgbClr val="FFFFFF"/>
                </a:solidFill>
                <a:latin typeface="Garet"/>
                <a:ea typeface="Garet"/>
                <a:cs typeface="Garet"/>
                <a:sym typeface="Garet"/>
              </a:rPr>
              <a:t>w </a:t>
            </a:r>
            <a:r>
              <a:rPr lang="en-US" sz="3680" strike="noStrike" u="none">
                <a:solidFill>
                  <a:srgbClr val="FFFFFF"/>
                </a:solidFill>
                <a:latin typeface="Garet"/>
                <a:ea typeface="Garet"/>
                <a:cs typeface="Garet"/>
                <a:sym typeface="Garet"/>
              </a:rPr>
              <a:t>   </a:t>
            </a:r>
            <a:r>
              <a:rPr lang="en-US" sz="3680" strike="noStrike" u="none">
                <a:solidFill>
                  <a:srgbClr val="FFFFFF"/>
                </a:solidFill>
                <a:latin typeface="Garet"/>
                <a:ea typeface="Garet"/>
                <a:cs typeface="Garet"/>
                <a:sym typeface="Garet"/>
              </a:rPr>
              <a:t>co</a:t>
            </a:r>
            <a:r>
              <a:rPr lang="en-US" sz="3680" strike="noStrike" u="none">
                <a:solidFill>
                  <a:srgbClr val="FFFFFF"/>
                </a:solidFill>
                <a:latin typeface="Garet"/>
                <a:ea typeface="Garet"/>
                <a:cs typeface="Garet"/>
                <a:sym typeface="Garet"/>
              </a:rPr>
              <a:t>n</a:t>
            </a:r>
            <a:r>
              <a:rPr lang="en-US" sz="3680" strike="noStrike" u="none">
                <a:solidFill>
                  <a:srgbClr val="FFFFFF"/>
                </a:solidFill>
                <a:latin typeface="Garet"/>
                <a:ea typeface="Garet"/>
                <a:cs typeface="Garet"/>
                <a:sym typeface="Garet"/>
              </a:rPr>
              <a:t>fi</a:t>
            </a:r>
            <a:r>
              <a:rPr lang="en-US" sz="3680" strike="noStrike" u="none">
                <a:solidFill>
                  <a:srgbClr val="FFFFFF"/>
                </a:solidFill>
                <a:latin typeface="Garet"/>
                <a:ea typeface="Garet"/>
                <a:cs typeface="Garet"/>
                <a:sym typeface="Garet"/>
              </a:rPr>
              <a:t>r</a:t>
            </a:r>
            <a:r>
              <a:rPr lang="en-US" sz="3680" strike="noStrike" u="none">
                <a:solidFill>
                  <a:srgbClr val="FFFFFF"/>
                </a:solidFill>
                <a:latin typeface="Garet"/>
                <a:ea typeface="Garet"/>
                <a:cs typeface="Garet"/>
                <a:sym typeface="Garet"/>
              </a:rPr>
              <a:t>m</a:t>
            </a:r>
            <a:r>
              <a:rPr lang="en-US" sz="3680" strike="noStrike" u="none">
                <a:solidFill>
                  <a:srgbClr val="FFFFFF"/>
                </a:solidFill>
                <a:latin typeface="Garet"/>
                <a:ea typeface="Garet"/>
                <a:cs typeface="Garet"/>
                <a:sym typeface="Garet"/>
              </a:rPr>
              <a:t>a</a:t>
            </a:r>
            <a:r>
              <a:rPr lang="en-US" sz="3680" strike="noStrike" u="none">
                <a:solidFill>
                  <a:srgbClr val="FFFFFF"/>
                </a:solidFill>
                <a:latin typeface="Garet"/>
                <a:ea typeface="Garet"/>
                <a:cs typeface="Garet"/>
                <a:sym typeface="Garet"/>
              </a:rPr>
              <a:t>t</a:t>
            </a:r>
            <a:r>
              <a:rPr lang="en-US" sz="3680" strike="noStrike" u="none">
                <a:solidFill>
                  <a:srgbClr val="FFFFFF"/>
                </a:solidFill>
                <a:latin typeface="Garet"/>
                <a:ea typeface="Garet"/>
                <a:cs typeface="Garet"/>
                <a:sym typeface="Garet"/>
              </a:rPr>
              <a:t>i</a:t>
            </a:r>
            <a:r>
              <a:rPr lang="en-US" sz="3680" strike="noStrike" u="none">
                <a:solidFill>
                  <a:srgbClr val="FFFFFF"/>
                </a:solidFill>
                <a:latin typeface="Garet"/>
                <a:ea typeface="Garet"/>
                <a:cs typeface="Garet"/>
                <a:sym typeface="Garet"/>
              </a:rPr>
              <a:t>on</a:t>
            </a:r>
          </a:p>
          <a:p>
            <a:pPr algn="l" marL="794514" indent="-397257" lvl="1">
              <a:lnSpc>
                <a:spcPts val="4158"/>
              </a:lnSpc>
              <a:spcBef>
                <a:spcPct val="0"/>
              </a:spcBef>
              <a:buFont typeface="Arial"/>
              <a:buChar char="•"/>
            </a:pPr>
            <a:r>
              <a:rPr lang="en-US" sz="3680" strike="noStrike" u="none">
                <a:solidFill>
                  <a:srgbClr val="FFFFFF"/>
                </a:solidFill>
                <a:latin typeface="Garet"/>
                <a:ea typeface="Garet"/>
                <a:cs typeface="Garet"/>
                <a:sym typeface="Garet"/>
              </a:rPr>
              <a:t>Up</a:t>
            </a:r>
            <a:r>
              <a:rPr lang="en-US" sz="3680" strike="noStrike" u="none">
                <a:solidFill>
                  <a:srgbClr val="FFFFFF"/>
                </a:solidFill>
                <a:latin typeface="Garet"/>
                <a:ea typeface="Garet"/>
                <a:cs typeface="Garet"/>
                <a:sym typeface="Garet"/>
              </a:rPr>
              <a:t>da</a:t>
            </a:r>
            <a:r>
              <a:rPr lang="en-US" sz="3680" strike="noStrike" u="none">
                <a:solidFill>
                  <a:srgbClr val="FFFFFF"/>
                </a:solidFill>
                <a:latin typeface="Garet"/>
                <a:ea typeface="Garet"/>
                <a:cs typeface="Garet"/>
                <a:sym typeface="Garet"/>
              </a:rPr>
              <a:t>te</a:t>
            </a:r>
            <a:r>
              <a:rPr lang="en-US" sz="3680" strike="noStrike" u="none">
                <a:solidFill>
                  <a:srgbClr val="FFFFFF"/>
                </a:solidFill>
                <a:latin typeface="Garet"/>
                <a:ea typeface="Garet"/>
                <a:cs typeface="Garet"/>
                <a:sym typeface="Garet"/>
              </a:rPr>
              <a:t> a</a:t>
            </a:r>
            <a:r>
              <a:rPr lang="en-US" sz="3680" strike="noStrike" u="none">
                <a:solidFill>
                  <a:srgbClr val="FFFFFF"/>
                </a:solidFill>
                <a:latin typeface="Garet"/>
                <a:ea typeface="Garet"/>
                <a:cs typeface="Garet"/>
                <a:sym typeface="Garet"/>
              </a:rPr>
              <a:t>d</a:t>
            </a:r>
            <a:r>
              <a:rPr lang="en-US" sz="3680" strike="noStrike" u="none">
                <a:solidFill>
                  <a:srgbClr val="FFFFFF"/>
                </a:solidFill>
                <a:latin typeface="Garet"/>
                <a:ea typeface="Garet"/>
                <a:cs typeface="Garet"/>
                <a:sym typeface="Garet"/>
              </a:rPr>
              <a:t>mis</a:t>
            </a:r>
            <a:r>
              <a:rPr lang="en-US" sz="3680" strike="noStrike" u="none">
                <a:solidFill>
                  <a:srgbClr val="FFFFFF"/>
                </a:solidFill>
                <a:latin typeface="Garet"/>
                <a:ea typeface="Garet"/>
                <a:cs typeface="Garet"/>
                <a:sym typeface="Garet"/>
              </a:rPr>
              <a:t>sion</a:t>
            </a:r>
          </a:p>
          <a:p>
            <a:pPr algn="l">
              <a:lnSpc>
                <a:spcPts val="4158"/>
              </a:lnSpc>
              <a:spcBef>
                <a:spcPct val="0"/>
              </a:spcBef>
            </a:pPr>
            <a:r>
              <a:rPr lang="en-US" sz="3680" strike="noStrike" u="none">
                <a:solidFill>
                  <a:srgbClr val="FFFFFF"/>
                </a:solidFill>
                <a:latin typeface="Garet"/>
                <a:ea typeface="Garet"/>
                <a:cs typeface="Garet"/>
                <a:sym typeface="Garet"/>
              </a:rPr>
              <a:t>        </a:t>
            </a:r>
            <a:r>
              <a:rPr lang="en-US" sz="3680" strike="noStrike" u="none">
                <a:solidFill>
                  <a:srgbClr val="FFFFFF"/>
                </a:solidFill>
                <a:latin typeface="Garet"/>
                <a:ea typeface="Garet"/>
                <a:cs typeface="Garet"/>
                <a:sym typeface="Garet"/>
              </a:rPr>
              <a:t>result</a:t>
            </a:r>
          </a:p>
        </p:txBody>
      </p:sp>
      <p:sp>
        <p:nvSpPr>
          <p:cNvPr name="TextBox 14" id="14"/>
          <p:cNvSpPr txBox="true"/>
          <p:nvPr/>
        </p:nvSpPr>
        <p:spPr>
          <a:xfrm rot="0">
            <a:off x="2110900" y="5172075"/>
            <a:ext cx="4075290" cy="578485"/>
          </a:xfrm>
          <a:prstGeom prst="rect">
            <a:avLst/>
          </a:prstGeom>
        </p:spPr>
        <p:txBody>
          <a:bodyPr anchor="t" rtlCol="false" tIns="0" lIns="0" bIns="0" rIns="0">
            <a:spAutoFit/>
          </a:bodyPr>
          <a:lstStyle/>
          <a:p>
            <a:pPr algn="ctr" marL="0" indent="0" lvl="0">
              <a:lnSpc>
                <a:spcPts val="4520"/>
              </a:lnSpc>
              <a:spcBef>
                <a:spcPct val="0"/>
              </a:spcBef>
            </a:pPr>
            <a:r>
              <a:rPr lang="en-US" b="true" sz="4000">
                <a:solidFill>
                  <a:srgbClr val="FFFFFF"/>
                </a:solidFill>
                <a:latin typeface="Garet Bold"/>
                <a:ea typeface="Garet Bold"/>
                <a:cs typeface="Garet Bold"/>
                <a:sym typeface="Garet Bold"/>
              </a:rPr>
              <a:t>Parent Module</a:t>
            </a:r>
          </a:p>
        </p:txBody>
      </p:sp>
      <p:sp>
        <p:nvSpPr>
          <p:cNvPr name="TextBox 15" id="15"/>
          <p:cNvSpPr txBox="true"/>
          <p:nvPr/>
        </p:nvSpPr>
        <p:spPr>
          <a:xfrm rot="0">
            <a:off x="6370402" y="2888055"/>
            <a:ext cx="4608735" cy="679958"/>
          </a:xfrm>
          <a:prstGeom prst="rect">
            <a:avLst/>
          </a:prstGeom>
        </p:spPr>
        <p:txBody>
          <a:bodyPr anchor="t" rtlCol="false" tIns="0" lIns="0" bIns="0" rIns="0">
            <a:spAutoFit/>
          </a:bodyPr>
          <a:lstStyle/>
          <a:p>
            <a:pPr algn="ctr" marL="0" indent="0" lvl="0">
              <a:lnSpc>
                <a:spcPts val="5311"/>
              </a:lnSpc>
              <a:spcBef>
                <a:spcPct val="0"/>
              </a:spcBef>
            </a:pPr>
            <a:r>
              <a:rPr lang="en-US" b="true" sz="4700">
                <a:solidFill>
                  <a:srgbClr val="000000"/>
                </a:solidFill>
                <a:latin typeface="Garet Bold"/>
                <a:ea typeface="Garet Bold"/>
                <a:cs typeface="Garet Bold"/>
                <a:sym typeface="Garet Bold"/>
              </a:rPr>
              <a:t>MODULES</a:t>
            </a:r>
          </a:p>
        </p:txBody>
      </p:sp>
      <p:grpSp>
        <p:nvGrpSpPr>
          <p:cNvPr name="Group 16" id="16"/>
          <p:cNvGrpSpPr/>
          <p:nvPr/>
        </p:nvGrpSpPr>
        <p:grpSpPr>
          <a:xfrm rot="0">
            <a:off x="12411428" y="4778818"/>
            <a:ext cx="5149520" cy="4479482"/>
            <a:chOff x="0" y="0"/>
            <a:chExt cx="1356252" cy="1179781"/>
          </a:xfrm>
        </p:grpSpPr>
        <p:sp>
          <p:nvSpPr>
            <p:cNvPr name="Freeform 17" id="17"/>
            <p:cNvSpPr/>
            <p:nvPr/>
          </p:nvSpPr>
          <p:spPr>
            <a:xfrm flipH="false" flipV="false" rot="0">
              <a:off x="0" y="0"/>
              <a:ext cx="1356252" cy="1179781"/>
            </a:xfrm>
            <a:custGeom>
              <a:avLst/>
              <a:gdLst/>
              <a:ahLst/>
              <a:cxnLst/>
              <a:rect r="r" b="b" t="t" l="l"/>
              <a:pathLst>
                <a:path h="1179781" w="1356252">
                  <a:moveTo>
                    <a:pt x="0" y="0"/>
                  </a:moveTo>
                  <a:lnTo>
                    <a:pt x="1356252" y="0"/>
                  </a:lnTo>
                  <a:lnTo>
                    <a:pt x="1356252" y="1179781"/>
                  </a:lnTo>
                  <a:lnTo>
                    <a:pt x="0" y="1179781"/>
                  </a:lnTo>
                  <a:close/>
                </a:path>
              </a:pathLst>
            </a:custGeom>
            <a:solidFill>
              <a:srgbClr val="000066"/>
            </a:solidFill>
          </p:spPr>
        </p:sp>
        <p:sp>
          <p:nvSpPr>
            <p:cNvPr name="TextBox 18" id="18"/>
            <p:cNvSpPr txBox="true"/>
            <p:nvPr/>
          </p:nvSpPr>
          <p:spPr>
            <a:xfrm>
              <a:off x="0" y="-38100"/>
              <a:ext cx="1356252" cy="1217881"/>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12182828" y="6101385"/>
            <a:ext cx="4075290" cy="3680790"/>
          </a:xfrm>
          <a:prstGeom prst="rect">
            <a:avLst/>
          </a:prstGeom>
        </p:spPr>
        <p:txBody>
          <a:bodyPr anchor="t" rtlCol="false" tIns="0" lIns="0" bIns="0" rIns="0">
            <a:spAutoFit/>
          </a:bodyPr>
          <a:lstStyle/>
          <a:p>
            <a:pPr algn="l" marL="794514" indent="-397257" lvl="1">
              <a:lnSpc>
                <a:spcPts val="4158"/>
              </a:lnSpc>
              <a:spcBef>
                <a:spcPct val="0"/>
              </a:spcBef>
              <a:buFont typeface="Arial"/>
              <a:buChar char="•"/>
            </a:pPr>
            <a:r>
              <a:rPr lang="en-US" sz="3680">
                <a:solidFill>
                  <a:srgbClr val="FFFFFF"/>
                </a:solidFill>
                <a:latin typeface="Garet"/>
                <a:ea typeface="Garet"/>
                <a:cs typeface="Garet"/>
                <a:sym typeface="Garet"/>
              </a:rPr>
              <a:t>Ve</a:t>
            </a:r>
            <a:r>
              <a:rPr lang="en-US" sz="3680" strike="noStrike" u="none">
                <a:solidFill>
                  <a:srgbClr val="FFFFFF"/>
                </a:solidFill>
                <a:latin typeface="Garet"/>
                <a:ea typeface="Garet"/>
                <a:cs typeface="Garet"/>
                <a:sym typeface="Garet"/>
              </a:rPr>
              <a:t>ri</a:t>
            </a:r>
            <a:r>
              <a:rPr lang="en-US" sz="3680" strike="noStrike" u="none">
                <a:solidFill>
                  <a:srgbClr val="FFFFFF"/>
                </a:solidFill>
                <a:latin typeface="Garet"/>
                <a:ea typeface="Garet"/>
                <a:cs typeface="Garet"/>
                <a:sym typeface="Garet"/>
              </a:rPr>
              <a:t>fy</a:t>
            </a:r>
            <a:r>
              <a:rPr lang="en-US" sz="3680" strike="noStrike" u="none">
                <a:solidFill>
                  <a:srgbClr val="FFFFFF"/>
                </a:solidFill>
                <a:latin typeface="Garet"/>
                <a:ea typeface="Garet"/>
                <a:cs typeface="Garet"/>
                <a:sym typeface="Garet"/>
              </a:rPr>
              <a:t> </a:t>
            </a:r>
            <a:r>
              <a:rPr lang="en-US" sz="3680" strike="noStrike" u="none">
                <a:solidFill>
                  <a:srgbClr val="FFFFFF"/>
                </a:solidFill>
                <a:latin typeface="Garet"/>
                <a:ea typeface="Garet"/>
                <a:cs typeface="Garet"/>
                <a:sym typeface="Garet"/>
              </a:rPr>
              <a:t>scho</a:t>
            </a:r>
            <a:r>
              <a:rPr lang="en-US" sz="3680" strike="noStrike" u="none">
                <a:solidFill>
                  <a:srgbClr val="FFFFFF"/>
                </a:solidFill>
                <a:latin typeface="Garet"/>
                <a:ea typeface="Garet"/>
                <a:cs typeface="Garet"/>
                <a:sym typeface="Garet"/>
              </a:rPr>
              <a:t>ol</a:t>
            </a:r>
            <a:r>
              <a:rPr lang="en-US" sz="3680" strike="noStrike" u="none">
                <a:solidFill>
                  <a:srgbClr val="FFFFFF"/>
                </a:solidFill>
                <a:latin typeface="Garet"/>
                <a:ea typeface="Garet"/>
                <a:cs typeface="Garet"/>
                <a:sym typeface="Garet"/>
              </a:rPr>
              <a:t>s</a:t>
            </a:r>
          </a:p>
          <a:p>
            <a:pPr algn="l" marL="794514" indent="-397257" lvl="1">
              <a:lnSpc>
                <a:spcPts val="4158"/>
              </a:lnSpc>
              <a:spcBef>
                <a:spcPct val="0"/>
              </a:spcBef>
              <a:buFont typeface="Arial"/>
              <a:buChar char="•"/>
            </a:pPr>
            <a:r>
              <a:rPr lang="en-US" sz="3680" strike="noStrike" u="none">
                <a:solidFill>
                  <a:srgbClr val="FFFFFF"/>
                </a:solidFill>
                <a:latin typeface="Garet"/>
                <a:ea typeface="Garet"/>
                <a:cs typeface="Garet"/>
                <a:sym typeface="Garet"/>
              </a:rPr>
              <a:t>M</a:t>
            </a:r>
            <a:r>
              <a:rPr lang="en-US" sz="3680" strike="noStrike" u="none">
                <a:solidFill>
                  <a:srgbClr val="FFFFFF"/>
                </a:solidFill>
                <a:latin typeface="Garet"/>
                <a:ea typeface="Garet"/>
                <a:cs typeface="Garet"/>
                <a:sym typeface="Garet"/>
              </a:rPr>
              <a:t>o</a:t>
            </a:r>
            <a:r>
              <a:rPr lang="en-US" sz="3680" strike="noStrike" u="none">
                <a:solidFill>
                  <a:srgbClr val="FFFFFF"/>
                </a:solidFill>
                <a:latin typeface="Garet"/>
                <a:ea typeface="Garet"/>
                <a:cs typeface="Garet"/>
                <a:sym typeface="Garet"/>
              </a:rPr>
              <a:t>n</a:t>
            </a:r>
            <a:r>
              <a:rPr lang="en-US" sz="3680" strike="noStrike" u="none">
                <a:solidFill>
                  <a:srgbClr val="FFFFFF"/>
                </a:solidFill>
                <a:latin typeface="Garet"/>
                <a:ea typeface="Garet"/>
                <a:cs typeface="Garet"/>
                <a:sym typeface="Garet"/>
              </a:rPr>
              <a:t>itor a</a:t>
            </a:r>
            <a:r>
              <a:rPr lang="en-US" sz="3680" strike="noStrike" u="none">
                <a:solidFill>
                  <a:srgbClr val="FFFFFF"/>
                </a:solidFill>
                <a:latin typeface="Garet"/>
                <a:ea typeface="Garet"/>
                <a:cs typeface="Garet"/>
                <a:sym typeface="Garet"/>
              </a:rPr>
              <a:t>p</a:t>
            </a:r>
            <a:r>
              <a:rPr lang="en-US" sz="3680" strike="noStrike" u="none">
                <a:solidFill>
                  <a:srgbClr val="FFFFFF"/>
                </a:solidFill>
                <a:latin typeface="Garet"/>
                <a:ea typeface="Garet"/>
                <a:cs typeface="Garet"/>
                <a:sym typeface="Garet"/>
              </a:rPr>
              <a:t>p</a:t>
            </a:r>
            <a:r>
              <a:rPr lang="en-US" sz="3680" strike="noStrike" u="none">
                <a:solidFill>
                  <a:srgbClr val="FFFFFF"/>
                </a:solidFill>
                <a:latin typeface="Garet"/>
                <a:ea typeface="Garet"/>
                <a:cs typeface="Garet"/>
                <a:sym typeface="Garet"/>
              </a:rPr>
              <a:t>l</a:t>
            </a:r>
            <a:r>
              <a:rPr lang="en-US" sz="3680" strike="noStrike" u="none">
                <a:solidFill>
                  <a:srgbClr val="FFFFFF"/>
                </a:solidFill>
                <a:latin typeface="Garet"/>
                <a:ea typeface="Garet"/>
                <a:cs typeface="Garet"/>
                <a:sym typeface="Garet"/>
              </a:rPr>
              <a:t>ic</a:t>
            </a:r>
            <a:r>
              <a:rPr lang="en-US" sz="3680" strike="noStrike" u="none">
                <a:solidFill>
                  <a:srgbClr val="FFFFFF"/>
                </a:solidFill>
                <a:latin typeface="Garet"/>
                <a:ea typeface="Garet"/>
                <a:cs typeface="Garet"/>
                <a:sym typeface="Garet"/>
              </a:rPr>
              <a:t>at</a:t>
            </a:r>
            <a:r>
              <a:rPr lang="en-US" sz="3680" strike="noStrike" u="none">
                <a:solidFill>
                  <a:srgbClr val="FFFFFF"/>
                </a:solidFill>
                <a:latin typeface="Garet"/>
                <a:ea typeface="Garet"/>
                <a:cs typeface="Garet"/>
                <a:sym typeface="Garet"/>
              </a:rPr>
              <a:t>i</a:t>
            </a:r>
            <a:r>
              <a:rPr lang="en-US" sz="3680" strike="noStrike" u="none">
                <a:solidFill>
                  <a:srgbClr val="FFFFFF"/>
                </a:solidFill>
                <a:latin typeface="Garet"/>
                <a:ea typeface="Garet"/>
                <a:cs typeface="Garet"/>
                <a:sym typeface="Garet"/>
              </a:rPr>
              <a:t>o</a:t>
            </a:r>
            <a:r>
              <a:rPr lang="en-US" sz="3680" strike="noStrike" u="none">
                <a:solidFill>
                  <a:srgbClr val="FFFFFF"/>
                </a:solidFill>
                <a:latin typeface="Garet"/>
                <a:ea typeface="Garet"/>
                <a:cs typeface="Garet"/>
                <a:sym typeface="Garet"/>
              </a:rPr>
              <a:t>ns</a:t>
            </a:r>
          </a:p>
          <a:p>
            <a:pPr algn="l" marL="794514" indent="-397257" lvl="1">
              <a:lnSpc>
                <a:spcPts val="4158"/>
              </a:lnSpc>
              <a:spcBef>
                <a:spcPct val="0"/>
              </a:spcBef>
              <a:buFont typeface="Arial"/>
              <a:buChar char="•"/>
            </a:pPr>
            <a:r>
              <a:rPr lang="en-US" sz="3680" strike="noStrike" u="none">
                <a:solidFill>
                  <a:srgbClr val="FFFFFF"/>
                </a:solidFill>
                <a:latin typeface="Garet"/>
                <a:ea typeface="Garet"/>
                <a:cs typeface="Garet"/>
                <a:sym typeface="Garet"/>
              </a:rPr>
              <a:t>G</a:t>
            </a:r>
            <a:r>
              <a:rPr lang="en-US" sz="3680" strike="noStrike" u="none">
                <a:solidFill>
                  <a:srgbClr val="FFFFFF"/>
                </a:solidFill>
                <a:latin typeface="Garet"/>
                <a:ea typeface="Garet"/>
                <a:cs typeface="Garet"/>
                <a:sym typeface="Garet"/>
              </a:rPr>
              <a:t>enerate r</a:t>
            </a:r>
            <a:r>
              <a:rPr lang="en-US" sz="3680" strike="noStrike" u="none">
                <a:solidFill>
                  <a:srgbClr val="FFFFFF"/>
                </a:solidFill>
                <a:latin typeface="Garet"/>
                <a:ea typeface="Garet"/>
                <a:cs typeface="Garet"/>
                <a:sym typeface="Garet"/>
              </a:rPr>
              <a:t>ep</a:t>
            </a:r>
            <a:r>
              <a:rPr lang="en-US" sz="3680" strike="noStrike" u="none">
                <a:solidFill>
                  <a:srgbClr val="FFFFFF"/>
                </a:solidFill>
                <a:latin typeface="Garet"/>
                <a:ea typeface="Garet"/>
                <a:cs typeface="Garet"/>
                <a:sym typeface="Garet"/>
              </a:rPr>
              <a:t>o</a:t>
            </a:r>
            <a:r>
              <a:rPr lang="en-US" sz="3680" strike="noStrike" u="none">
                <a:solidFill>
                  <a:srgbClr val="FFFFFF"/>
                </a:solidFill>
                <a:latin typeface="Garet"/>
                <a:ea typeface="Garet"/>
                <a:cs typeface="Garet"/>
                <a:sym typeface="Garet"/>
              </a:rPr>
              <a:t>r</a:t>
            </a:r>
            <a:r>
              <a:rPr lang="en-US" sz="3680" strike="noStrike" u="none">
                <a:solidFill>
                  <a:srgbClr val="FFFFFF"/>
                </a:solidFill>
                <a:latin typeface="Garet"/>
                <a:ea typeface="Garet"/>
                <a:cs typeface="Garet"/>
                <a:sym typeface="Garet"/>
              </a:rPr>
              <a:t>ts</a:t>
            </a:r>
          </a:p>
          <a:p>
            <a:pPr algn="l" marL="0" indent="0" lvl="0">
              <a:lnSpc>
                <a:spcPts val="4158"/>
              </a:lnSpc>
              <a:spcBef>
                <a:spcPct val="0"/>
              </a:spcBef>
            </a:pPr>
          </a:p>
        </p:txBody>
      </p:sp>
      <p:sp>
        <p:nvSpPr>
          <p:cNvPr name="TextBox 20" id="20"/>
          <p:cNvSpPr txBox="true"/>
          <p:nvPr/>
        </p:nvSpPr>
        <p:spPr>
          <a:xfrm rot="0">
            <a:off x="12573353" y="5082253"/>
            <a:ext cx="4075290" cy="578485"/>
          </a:xfrm>
          <a:prstGeom prst="rect">
            <a:avLst/>
          </a:prstGeom>
        </p:spPr>
        <p:txBody>
          <a:bodyPr anchor="t" rtlCol="false" tIns="0" lIns="0" bIns="0" rIns="0">
            <a:spAutoFit/>
          </a:bodyPr>
          <a:lstStyle/>
          <a:p>
            <a:pPr algn="ctr" marL="0" indent="0" lvl="0">
              <a:lnSpc>
                <a:spcPts val="4520"/>
              </a:lnSpc>
              <a:spcBef>
                <a:spcPct val="0"/>
              </a:spcBef>
            </a:pPr>
            <a:r>
              <a:rPr lang="en-US" b="true" sz="4000">
                <a:solidFill>
                  <a:srgbClr val="FFFFFF"/>
                </a:solidFill>
                <a:latin typeface="Garet Bold"/>
                <a:ea typeface="Garet Bold"/>
                <a:cs typeface="Garet Bold"/>
                <a:sym typeface="Garet Bold"/>
              </a:rPr>
              <a:t>Admin M</a:t>
            </a:r>
            <a:r>
              <a:rPr lang="en-US" b="true" sz="4000" strike="noStrike" u="none">
                <a:solidFill>
                  <a:srgbClr val="FFFFFF"/>
                </a:solidFill>
                <a:latin typeface="Garet Bold"/>
                <a:ea typeface="Garet Bold"/>
                <a:cs typeface="Garet Bold"/>
                <a:sym typeface="Garet Bold"/>
              </a:rPr>
              <a:t>o</a:t>
            </a:r>
            <a:r>
              <a:rPr lang="en-US" b="true" sz="4000" strike="noStrike" u="none">
                <a:solidFill>
                  <a:srgbClr val="FFFFFF"/>
                </a:solidFill>
                <a:latin typeface="Garet Bold"/>
                <a:ea typeface="Garet Bold"/>
                <a:cs typeface="Garet Bold"/>
                <a:sym typeface="Garet Bold"/>
              </a:rPr>
              <a:t>du</a:t>
            </a:r>
            <a:r>
              <a:rPr lang="en-US" b="true" sz="4000" strike="noStrike" u="none">
                <a:solidFill>
                  <a:srgbClr val="FFFFFF"/>
                </a:solidFill>
                <a:latin typeface="Garet Bold"/>
                <a:ea typeface="Garet Bold"/>
                <a:cs typeface="Garet Bold"/>
                <a:sym typeface="Garet Bold"/>
              </a:rPr>
              <a:t>l</a:t>
            </a:r>
            <a:r>
              <a:rPr lang="en-US" b="true" sz="4000" strike="noStrike" u="none">
                <a:solidFill>
                  <a:srgbClr val="FFFFFF"/>
                </a:solidFill>
                <a:latin typeface="Garet Bold"/>
                <a:ea typeface="Garet Bold"/>
                <a:cs typeface="Garet Bold"/>
                <a:sym typeface="Garet Bold"/>
              </a:rPr>
              <a:t>e</a:t>
            </a:r>
          </a:p>
        </p:txBody>
      </p:sp>
      <p:grpSp>
        <p:nvGrpSpPr>
          <p:cNvPr name="Group 21" id="21"/>
          <p:cNvGrpSpPr/>
          <p:nvPr/>
        </p:nvGrpSpPr>
        <p:grpSpPr>
          <a:xfrm rot="-2699999">
            <a:off x="-3089558" y="2284284"/>
            <a:ext cx="4906166" cy="4505918"/>
            <a:chOff x="0" y="0"/>
            <a:chExt cx="3397795" cy="3120600"/>
          </a:xfrm>
        </p:grpSpPr>
        <p:sp>
          <p:nvSpPr>
            <p:cNvPr name="Freeform 22" id="22"/>
            <p:cNvSpPr/>
            <p:nvPr/>
          </p:nvSpPr>
          <p:spPr>
            <a:xfrm flipH="false" flipV="false" rot="0">
              <a:off x="0" y="0"/>
              <a:ext cx="3397795" cy="3120600"/>
            </a:xfrm>
            <a:custGeom>
              <a:avLst/>
              <a:gdLst/>
              <a:ahLst/>
              <a:cxnLst/>
              <a:rect r="r" b="b" t="t" l="l"/>
              <a:pathLst>
                <a:path h="3120600" w="3397795">
                  <a:moveTo>
                    <a:pt x="0" y="0"/>
                  </a:moveTo>
                  <a:lnTo>
                    <a:pt x="3397795" y="0"/>
                  </a:lnTo>
                  <a:lnTo>
                    <a:pt x="3397795" y="3120600"/>
                  </a:lnTo>
                  <a:lnTo>
                    <a:pt x="0" y="3120600"/>
                  </a:lnTo>
                  <a:close/>
                </a:path>
              </a:pathLst>
            </a:custGeom>
            <a:solidFill>
              <a:srgbClr val="6699FF"/>
            </a:solidFill>
          </p:spPr>
        </p:sp>
        <p:sp>
          <p:nvSpPr>
            <p:cNvPr name="TextBox 23" id="23"/>
            <p:cNvSpPr txBox="true"/>
            <p:nvPr/>
          </p:nvSpPr>
          <p:spPr>
            <a:xfrm>
              <a:off x="0" y="-38100"/>
              <a:ext cx="3397795" cy="3158700"/>
            </a:xfrm>
            <a:prstGeom prst="rect">
              <a:avLst/>
            </a:prstGeom>
          </p:spPr>
          <p:txBody>
            <a:bodyPr anchor="ctr" rtlCol="false" tIns="46654" lIns="46654" bIns="46654" rIns="46654"/>
            <a:lstStyle/>
            <a:p>
              <a:pPr algn="ctr">
                <a:lnSpc>
                  <a:spcPts val="1800"/>
                </a:lnSpc>
                <a:spcBef>
                  <a:spcPct val="0"/>
                </a:spcBef>
              </a:pPr>
            </a:p>
          </p:txBody>
        </p:sp>
      </p:grpSp>
      <p:grpSp>
        <p:nvGrpSpPr>
          <p:cNvPr name="Group 24" id="24"/>
          <p:cNvGrpSpPr/>
          <p:nvPr/>
        </p:nvGrpSpPr>
        <p:grpSpPr>
          <a:xfrm rot="-2699999">
            <a:off x="16574543" y="-364103"/>
            <a:ext cx="3426914" cy="3147344"/>
            <a:chOff x="0" y="0"/>
            <a:chExt cx="2373330" cy="2179712"/>
          </a:xfrm>
        </p:grpSpPr>
        <p:sp>
          <p:nvSpPr>
            <p:cNvPr name="Freeform 25" id="25"/>
            <p:cNvSpPr/>
            <p:nvPr/>
          </p:nvSpPr>
          <p:spPr>
            <a:xfrm flipH="false" flipV="false" rot="0">
              <a:off x="0" y="0"/>
              <a:ext cx="2373330" cy="2179712"/>
            </a:xfrm>
            <a:custGeom>
              <a:avLst/>
              <a:gdLst/>
              <a:ahLst/>
              <a:cxnLst/>
              <a:rect r="r" b="b" t="t" l="l"/>
              <a:pathLst>
                <a:path h="2179712" w="2373330">
                  <a:moveTo>
                    <a:pt x="0" y="0"/>
                  </a:moveTo>
                  <a:lnTo>
                    <a:pt x="2373330" y="0"/>
                  </a:lnTo>
                  <a:lnTo>
                    <a:pt x="2373330" y="2179712"/>
                  </a:lnTo>
                  <a:lnTo>
                    <a:pt x="0" y="2179712"/>
                  </a:lnTo>
                  <a:close/>
                </a:path>
              </a:pathLst>
            </a:custGeom>
            <a:solidFill>
              <a:srgbClr val="6699FF"/>
            </a:solidFill>
          </p:spPr>
        </p:sp>
        <p:sp>
          <p:nvSpPr>
            <p:cNvPr name="TextBox 26" id="26"/>
            <p:cNvSpPr txBox="true"/>
            <p:nvPr/>
          </p:nvSpPr>
          <p:spPr>
            <a:xfrm>
              <a:off x="0" y="-38100"/>
              <a:ext cx="2373330" cy="2217812"/>
            </a:xfrm>
            <a:prstGeom prst="rect">
              <a:avLst/>
            </a:prstGeom>
          </p:spPr>
          <p:txBody>
            <a:bodyPr anchor="ctr" rtlCol="false" tIns="46654" lIns="46654" bIns="46654" rIns="46654"/>
            <a:lstStyle/>
            <a:p>
              <a:pPr algn="ctr">
                <a:lnSpc>
                  <a:spcPts val="1800"/>
                </a:lnSpc>
                <a:spcBef>
                  <a:spcPct val="0"/>
                </a:spcBef>
              </a:pPr>
            </a:p>
          </p:txBody>
        </p:sp>
      </p:grpSp>
      <p:grpSp>
        <p:nvGrpSpPr>
          <p:cNvPr name="Group 27" id="27"/>
          <p:cNvGrpSpPr/>
          <p:nvPr/>
        </p:nvGrpSpPr>
        <p:grpSpPr>
          <a:xfrm rot="-2699999">
            <a:off x="1392467" y="1419794"/>
            <a:ext cx="1849722" cy="1795069"/>
            <a:chOff x="0" y="0"/>
            <a:chExt cx="1281036" cy="1243186"/>
          </a:xfrm>
        </p:grpSpPr>
        <p:sp>
          <p:nvSpPr>
            <p:cNvPr name="Freeform 28" id="28"/>
            <p:cNvSpPr/>
            <p:nvPr/>
          </p:nvSpPr>
          <p:spPr>
            <a:xfrm flipH="false" flipV="false" rot="0">
              <a:off x="0" y="0"/>
              <a:ext cx="1281036" cy="1243186"/>
            </a:xfrm>
            <a:custGeom>
              <a:avLst/>
              <a:gdLst/>
              <a:ahLst/>
              <a:cxnLst/>
              <a:rect r="r" b="b" t="t" l="l"/>
              <a:pathLst>
                <a:path h="1243186" w="1281036">
                  <a:moveTo>
                    <a:pt x="0" y="0"/>
                  </a:moveTo>
                  <a:lnTo>
                    <a:pt x="1281036" y="0"/>
                  </a:lnTo>
                  <a:lnTo>
                    <a:pt x="1281036" y="1243186"/>
                  </a:lnTo>
                  <a:lnTo>
                    <a:pt x="0" y="1243186"/>
                  </a:lnTo>
                  <a:close/>
                </a:path>
              </a:pathLst>
            </a:custGeom>
            <a:solidFill>
              <a:srgbClr val="336699"/>
            </a:solidFill>
          </p:spPr>
        </p:sp>
        <p:sp>
          <p:nvSpPr>
            <p:cNvPr name="TextBox 29" id="29"/>
            <p:cNvSpPr txBox="true"/>
            <p:nvPr/>
          </p:nvSpPr>
          <p:spPr>
            <a:xfrm>
              <a:off x="0" y="-38100"/>
              <a:ext cx="1281036" cy="1281286"/>
            </a:xfrm>
            <a:prstGeom prst="rect">
              <a:avLst/>
            </a:prstGeom>
          </p:spPr>
          <p:txBody>
            <a:bodyPr anchor="ctr" rtlCol="false" tIns="46654" lIns="46654" bIns="46654" rIns="46654"/>
            <a:lstStyle/>
            <a:p>
              <a:pPr algn="ctr">
                <a:lnSpc>
                  <a:spcPts val="1800"/>
                </a:lnSpc>
                <a:spcBef>
                  <a:spcPct val="0"/>
                </a:spcBef>
              </a:pPr>
            </a:p>
          </p:txBody>
        </p:sp>
      </p:grpSp>
      <p:grpSp>
        <p:nvGrpSpPr>
          <p:cNvPr name="Group 30" id="30"/>
          <p:cNvGrpSpPr/>
          <p:nvPr/>
        </p:nvGrpSpPr>
        <p:grpSpPr>
          <a:xfrm rot="-2699999">
            <a:off x="15511370" y="1992562"/>
            <a:ext cx="1118730" cy="1085676"/>
            <a:chOff x="0" y="0"/>
            <a:chExt cx="774783" cy="751892"/>
          </a:xfrm>
        </p:grpSpPr>
        <p:sp>
          <p:nvSpPr>
            <p:cNvPr name="Freeform 31" id="31"/>
            <p:cNvSpPr/>
            <p:nvPr/>
          </p:nvSpPr>
          <p:spPr>
            <a:xfrm flipH="false" flipV="false" rot="0">
              <a:off x="0" y="0"/>
              <a:ext cx="774783" cy="751892"/>
            </a:xfrm>
            <a:custGeom>
              <a:avLst/>
              <a:gdLst/>
              <a:ahLst/>
              <a:cxnLst/>
              <a:rect r="r" b="b" t="t" l="l"/>
              <a:pathLst>
                <a:path h="751892" w="774783">
                  <a:moveTo>
                    <a:pt x="0" y="0"/>
                  </a:moveTo>
                  <a:lnTo>
                    <a:pt x="774783" y="0"/>
                  </a:lnTo>
                  <a:lnTo>
                    <a:pt x="774783" y="751892"/>
                  </a:lnTo>
                  <a:lnTo>
                    <a:pt x="0" y="751892"/>
                  </a:lnTo>
                  <a:close/>
                </a:path>
              </a:pathLst>
            </a:custGeom>
            <a:solidFill>
              <a:srgbClr val="000066"/>
            </a:solidFill>
          </p:spPr>
        </p:sp>
        <p:sp>
          <p:nvSpPr>
            <p:cNvPr name="TextBox 32" id="32"/>
            <p:cNvSpPr txBox="true"/>
            <p:nvPr/>
          </p:nvSpPr>
          <p:spPr>
            <a:xfrm>
              <a:off x="0" y="-38100"/>
              <a:ext cx="774783" cy="789992"/>
            </a:xfrm>
            <a:prstGeom prst="rect">
              <a:avLst/>
            </a:prstGeom>
          </p:spPr>
          <p:txBody>
            <a:bodyPr anchor="ctr" rtlCol="false" tIns="46654" lIns="46654" bIns="46654" rIns="46654"/>
            <a:lstStyle/>
            <a:p>
              <a:pPr algn="ctr">
                <a:lnSpc>
                  <a:spcPts val="1800"/>
                </a:lnSpc>
                <a:spcBef>
                  <a:spcPct val="0"/>
                </a:spcBef>
              </a:pPr>
            </a:p>
          </p:txBody>
        </p:sp>
      </p:grpSp>
      <p:sp>
        <p:nvSpPr>
          <p:cNvPr name="TextBox 33" id="33"/>
          <p:cNvSpPr txBox="true"/>
          <p:nvPr/>
        </p:nvSpPr>
        <p:spPr>
          <a:xfrm rot="0">
            <a:off x="4148544" y="1505653"/>
            <a:ext cx="9344873" cy="815340"/>
          </a:xfrm>
          <a:prstGeom prst="rect">
            <a:avLst/>
          </a:prstGeom>
        </p:spPr>
        <p:txBody>
          <a:bodyPr anchor="t" rtlCol="false" tIns="0" lIns="0" bIns="0" rIns="0">
            <a:spAutoFit/>
          </a:bodyPr>
          <a:lstStyle/>
          <a:p>
            <a:pPr algn="ctr">
              <a:lnSpc>
                <a:spcPts val="3359"/>
              </a:lnSpc>
              <a:spcBef>
                <a:spcPct val="0"/>
              </a:spcBef>
            </a:pPr>
            <a:r>
              <a:rPr lang="en-US" sz="2400">
                <a:solidFill>
                  <a:srgbClr val="000000"/>
                </a:solidFill>
                <a:latin typeface="Open Sans"/>
                <a:ea typeface="Open Sans"/>
                <a:cs typeface="Open Sans"/>
                <a:sym typeface="Open Sans"/>
              </a:rPr>
              <a:t>A centralized web-based platform that simplifies the school admission workflow.</a:t>
            </a:r>
          </a:p>
        </p:txBody>
      </p:sp>
      <p:sp>
        <p:nvSpPr>
          <p:cNvPr name="TextBox 34" id="34"/>
          <p:cNvSpPr txBox="true"/>
          <p:nvPr/>
        </p:nvSpPr>
        <p:spPr>
          <a:xfrm rot="0">
            <a:off x="7187372" y="5096193"/>
            <a:ext cx="4608735" cy="578485"/>
          </a:xfrm>
          <a:prstGeom prst="rect">
            <a:avLst/>
          </a:prstGeom>
        </p:spPr>
        <p:txBody>
          <a:bodyPr anchor="t" rtlCol="false" tIns="0" lIns="0" bIns="0" rIns="0">
            <a:spAutoFit/>
          </a:bodyPr>
          <a:lstStyle/>
          <a:p>
            <a:pPr algn="ctr" marL="0" indent="0" lvl="0">
              <a:lnSpc>
                <a:spcPts val="4520"/>
              </a:lnSpc>
              <a:spcBef>
                <a:spcPct val="0"/>
              </a:spcBef>
            </a:pPr>
            <a:r>
              <a:rPr lang="en-US" b="true" sz="4000">
                <a:solidFill>
                  <a:srgbClr val="FFFFFF"/>
                </a:solidFill>
                <a:latin typeface="Garet Bold"/>
                <a:ea typeface="Garet Bold"/>
                <a:cs typeface="Garet Bold"/>
                <a:sym typeface="Garet Bold"/>
              </a:rPr>
              <a:t>School Module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699999">
            <a:off x="-2726595" y="-227420"/>
            <a:ext cx="4906166" cy="4505918"/>
            <a:chOff x="0" y="0"/>
            <a:chExt cx="3397795" cy="3120600"/>
          </a:xfrm>
        </p:grpSpPr>
        <p:sp>
          <p:nvSpPr>
            <p:cNvPr name="Freeform 3" id="3"/>
            <p:cNvSpPr/>
            <p:nvPr/>
          </p:nvSpPr>
          <p:spPr>
            <a:xfrm flipH="false" flipV="false" rot="0">
              <a:off x="0" y="0"/>
              <a:ext cx="3397795" cy="3120600"/>
            </a:xfrm>
            <a:custGeom>
              <a:avLst/>
              <a:gdLst/>
              <a:ahLst/>
              <a:cxnLst/>
              <a:rect r="r" b="b" t="t" l="l"/>
              <a:pathLst>
                <a:path h="3120600" w="3397795">
                  <a:moveTo>
                    <a:pt x="0" y="0"/>
                  </a:moveTo>
                  <a:lnTo>
                    <a:pt x="3397795" y="0"/>
                  </a:lnTo>
                  <a:lnTo>
                    <a:pt x="3397795" y="3120600"/>
                  </a:lnTo>
                  <a:lnTo>
                    <a:pt x="0" y="3120600"/>
                  </a:lnTo>
                  <a:close/>
                </a:path>
              </a:pathLst>
            </a:custGeom>
            <a:solidFill>
              <a:srgbClr val="336699"/>
            </a:solidFill>
          </p:spPr>
        </p:sp>
        <p:sp>
          <p:nvSpPr>
            <p:cNvPr name="TextBox 4" id="4"/>
            <p:cNvSpPr txBox="true"/>
            <p:nvPr/>
          </p:nvSpPr>
          <p:spPr>
            <a:xfrm>
              <a:off x="0" y="-38100"/>
              <a:ext cx="3397795" cy="3158700"/>
            </a:xfrm>
            <a:prstGeom prst="rect">
              <a:avLst/>
            </a:prstGeom>
          </p:spPr>
          <p:txBody>
            <a:bodyPr anchor="ctr" rtlCol="false" tIns="46654" lIns="46654" bIns="46654" rIns="46654"/>
            <a:lstStyle/>
            <a:p>
              <a:pPr algn="ctr">
                <a:lnSpc>
                  <a:spcPts val="1800"/>
                </a:lnSpc>
                <a:spcBef>
                  <a:spcPct val="0"/>
                </a:spcBef>
              </a:pPr>
            </a:p>
          </p:txBody>
        </p:sp>
      </p:grpSp>
      <p:grpSp>
        <p:nvGrpSpPr>
          <p:cNvPr name="Group 5" id="5"/>
          <p:cNvGrpSpPr/>
          <p:nvPr/>
        </p:nvGrpSpPr>
        <p:grpSpPr>
          <a:xfrm rot="-2699999">
            <a:off x="16178849" y="6533689"/>
            <a:ext cx="4906166" cy="4505918"/>
            <a:chOff x="0" y="0"/>
            <a:chExt cx="3397795" cy="3120600"/>
          </a:xfrm>
        </p:grpSpPr>
        <p:sp>
          <p:nvSpPr>
            <p:cNvPr name="Freeform 6" id="6"/>
            <p:cNvSpPr/>
            <p:nvPr/>
          </p:nvSpPr>
          <p:spPr>
            <a:xfrm flipH="false" flipV="false" rot="0">
              <a:off x="0" y="0"/>
              <a:ext cx="3397795" cy="3120600"/>
            </a:xfrm>
            <a:custGeom>
              <a:avLst/>
              <a:gdLst/>
              <a:ahLst/>
              <a:cxnLst/>
              <a:rect r="r" b="b" t="t" l="l"/>
              <a:pathLst>
                <a:path h="3120600" w="3397795">
                  <a:moveTo>
                    <a:pt x="0" y="0"/>
                  </a:moveTo>
                  <a:lnTo>
                    <a:pt x="3397795" y="0"/>
                  </a:lnTo>
                  <a:lnTo>
                    <a:pt x="3397795" y="3120600"/>
                  </a:lnTo>
                  <a:lnTo>
                    <a:pt x="0" y="3120600"/>
                  </a:lnTo>
                  <a:close/>
                </a:path>
              </a:pathLst>
            </a:custGeom>
            <a:solidFill>
              <a:srgbClr val="6699FF"/>
            </a:solidFill>
          </p:spPr>
        </p:sp>
        <p:sp>
          <p:nvSpPr>
            <p:cNvPr name="TextBox 7" id="7"/>
            <p:cNvSpPr txBox="true"/>
            <p:nvPr/>
          </p:nvSpPr>
          <p:spPr>
            <a:xfrm>
              <a:off x="0" y="-38100"/>
              <a:ext cx="3397795" cy="3158700"/>
            </a:xfrm>
            <a:prstGeom prst="rect">
              <a:avLst/>
            </a:prstGeom>
          </p:spPr>
          <p:txBody>
            <a:bodyPr anchor="ctr" rtlCol="false" tIns="46654" lIns="46654" bIns="46654" rIns="46654"/>
            <a:lstStyle/>
            <a:p>
              <a:pPr algn="ctr">
                <a:lnSpc>
                  <a:spcPts val="1800"/>
                </a:lnSpc>
                <a:spcBef>
                  <a:spcPct val="0"/>
                </a:spcBef>
              </a:pPr>
            </a:p>
          </p:txBody>
        </p:sp>
      </p:grpSp>
      <p:grpSp>
        <p:nvGrpSpPr>
          <p:cNvPr name="Group 8" id="8"/>
          <p:cNvGrpSpPr/>
          <p:nvPr/>
        </p:nvGrpSpPr>
        <p:grpSpPr>
          <a:xfrm rot="-2699999">
            <a:off x="1530331" y="3170689"/>
            <a:ext cx="1918747" cy="1762214"/>
            <a:chOff x="0" y="0"/>
            <a:chExt cx="1328840" cy="1220432"/>
          </a:xfrm>
        </p:grpSpPr>
        <p:sp>
          <p:nvSpPr>
            <p:cNvPr name="Freeform 9" id="9"/>
            <p:cNvSpPr/>
            <p:nvPr/>
          </p:nvSpPr>
          <p:spPr>
            <a:xfrm flipH="false" flipV="false" rot="0">
              <a:off x="0" y="0"/>
              <a:ext cx="1328840" cy="1220432"/>
            </a:xfrm>
            <a:custGeom>
              <a:avLst/>
              <a:gdLst/>
              <a:ahLst/>
              <a:cxnLst/>
              <a:rect r="r" b="b" t="t" l="l"/>
              <a:pathLst>
                <a:path h="1220432" w="1328840">
                  <a:moveTo>
                    <a:pt x="0" y="0"/>
                  </a:moveTo>
                  <a:lnTo>
                    <a:pt x="1328840" y="0"/>
                  </a:lnTo>
                  <a:lnTo>
                    <a:pt x="1328840" y="1220432"/>
                  </a:lnTo>
                  <a:lnTo>
                    <a:pt x="0" y="1220432"/>
                  </a:lnTo>
                  <a:close/>
                </a:path>
              </a:pathLst>
            </a:custGeom>
            <a:solidFill>
              <a:srgbClr val="6699FF"/>
            </a:solidFill>
          </p:spPr>
        </p:sp>
        <p:sp>
          <p:nvSpPr>
            <p:cNvPr name="TextBox 10" id="10"/>
            <p:cNvSpPr txBox="true"/>
            <p:nvPr/>
          </p:nvSpPr>
          <p:spPr>
            <a:xfrm>
              <a:off x="0" y="-38100"/>
              <a:ext cx="1328840" cy="1258532"/>
            </a:xfrm>
            <a:prstGeom prst="rect">
              <a:avLst/>
            </a:prstGeom>
          </p:spPr>
          <p:txBody>
            <a:bodyPr anchor="ctr" rtlCol="false" tIns="46654" lIns="46654" bIns="46654" rIns="46654"/>
            <a:lstStyle/>
            <a:p>
              <a:pPr algn="ctr">
                <a:lnSpc>
                  <a:spcPts val="1800"/>
                </a:lnSpc>
                <a:spcBef>
                  <a:spcPct val="0"/>
                </a:spcBef>
              </a:pPr>
            </a:p>
          </p:txBody>
        </p:sp>
      </p:grpSp>
      <p:sp>
        <p:nvSpPr>
          <p:cNvPr name="Freeform 11" id="11"/>
          <p:cNvSpPr/>
          <p:nvPr/>
        </p:nvSpPr>
        <p:spPr>
          <a:xfrm flipH="false" flipV="false" rot="0">
            <a:off x="5243298" y="764860"/>
            <a:ext cx="7871825" cy="9809333"/>
          </a:xfrm>
          <a:custGeom>
            <a:avLst/>
            <a:gdLst/>
            <a:ahLst/>
            <a:cxnLst/>
            <a:rect r="r" b="b" t="t" l="l"/>
            <a:pathLst>
              <a:path h="9809333" w="7871825">
                <a:moveTo>
                  <a:pt x="0" y="0"/>
                </a:moveTo>
                <a:lnTo>
                  <a:pt x="7871825" y="0"/>
                </a:lnTo>
                <a:lnTo>
                  <a:pt x="7871825" y="9809333"/>
                </a:lnTo>
                <a:lnTo>
                  <a:pt x="0" y="9809333"/>
                </a:lnTo>
                <a:lnTo>
                  <a:pt x="0" y="0"/>
                </a:lnTo>
                <a:close/>
              </a:path>
            </a:pathLst>
          </a:custGeom>
          <a:blipFill>
            <a:blip r:embed="rId2"/>
            <a:stretch>
              <a:fillRect l="-659" t="-223" r="-659" b="0"/>
            </a:stretch>
          </a:blipFill>
        </p:spPr>
      </p:sp>
      <p:sp>
        <p:nvSpPr>
          <p:cNvPr name="TextBox 12" id="12"/>
          <p:cNvSpPr txBox="true"/>
          <p:nvPr/>
        </p:nvSpPr>
        <p:spPr>
          <a:xfrm rot="0">
            <a:off x="188797" y="-22635"/>
            <a:ext cx="17910406" cy="554718"/>
          </a:xfrm>
          <a:prstGeom prst="rect">
            <a:avLst/>
          </a:prstGeom>
        </p:spPr>
        <p:txBody>
          <a:bodyPr anchor="t" rtlCol="false" tIns="0" lIns="0" bIns="0" rIns="0">
            <a:spAutoFit/>
          </a:bodyPr>
          <a:lstStyle/>
          <a:p>
            <a:pPr algn="ctr">
              <a:lnSpc>
                <a:spcPts val="4599"/>
              </a:lnSpc>
              <a:spcBef>
                <a:spcPct val="0"/>
              </a:spcBef>
            </a:pPr>
            <a:r>
              <a:rPr lang="en-US" b="true" sz="3285">
                <a:solidFill>
                  <a:srgbClr val="000000"/>
                </a:solidFill>
                <a:latin typeface="Open Sans Bold"/>
                <a:ea typeface="Open Sans Bold"/>
                <a:cs typeface="Open Sans Bold"/>
                <a:sym typeface="Open Sans Bold"/>
              </a:rPr>
              <a:t>Use Case Diagram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699999">
            <a:off x="-2726595" y="-227420"/>
            <a:ext cx="4906166" cy="4505918"/>
            <a:chOff x="0" y="0"/>
            <a:chExt cx="3397795" cy="3120600"/>
          </a:xfrm>
        </p:grpSpPr>
        <p:sp>
          <p:nvSpPr>
            <p:cNvPr name="Freeform 3" id="3"/>
            <p:cNvSpPr/>
            <p:nvPr/>
          </p:nvSpPr>
          <p:spPr>
            <a:xfrm flipH="false" flipV="false" rot="0">
              <a:off x="0" y="0"/>
              <a:ext cx="3397795" cy="3120600"/>
            </a:xfrm>
            <a:custGeom>
              <a:avLst/>
              <a:gdLst/>
              <a:ahLst/>
              <a:cxnLst/>
              <a:rect r="r" b="b" t="t" l="l"/>
              <a:pathLst>
                <a:path h="3120600" w="3397795">
                  <a:moveTo>
                    <a:pt x="0" y="0"/>
                  </a:moveTo>
                  <a:lnTo>
                    <a:pt x="3397795" y="0"/>
                  </a:lnTo>
                  <a:lnTo>
                    <a:pt x="3397795" y="3120600"/>
                  </a:lnTo>
                  <a:lnTo>
                    <a:pt x="0" y="3120600"/>
                  </a:lnTo>
                  <a:close/>
                </a:path>
              </a:pathLst>
            </a:custGeom>
            <a:solidFill>
              <a:srgbClr val="336699"/>
            </a:solidFill>
          </p:spPr>
        </p:sp>
        <p:sp>
          <p:nvSpPr>
            <p:cNvPr name="TextBox 4" id="4"/>
            <p:cNvSpPr txBox="true"/>
            <p:nvPr/>
          </p:nvSpPr>
          <p:spPr>
            <a:xfrm>
              <a:off x="0" y="-38100"/>
              <a:ext cx="3397795" cy="3158700"/>
            </a:xfrm>
            <a:prstGeom prst="rect">
              <a:avLst/>
            </a:prstGeom>
          </p:spPr>
          <p:txBody>
            <a:bodyPr anchor="ctr" rtlCol="false" tIns="46654" lIns="46654" bIns="46654" rIns="46654"/>
            <a:lstStyle/>
            <a:p>
              <a:pPr algn="ctr">
                <a:lnSpc>
                  <a:spcPts val="1800"/>
                </a:lnSpc>
                <a:spcBef>
                  <a:spcPct val="0"/>
                </a:spcBef>
              </a:pPr>
            </a:p>
          </p:txBody>
        </p:sp>
      </p:grpSp>
      <p:grpSp>
        <p:nvGrpSpPr>
          <p:cNvPr name="Group 5" id="5"/>
          <p:cNvGrpSpPr/>
          <p:nvPr/>
        </p:nvGrpSpPr>
        <p:grpSpPr>
          <a:xfrm rot="-2699999">
            <a:off x="16178849" y="6533689"/>
            <a:ext cx="4906166" cy="4505918"/>
            <a:chOff x="0" y="0"/>
            <a:chExt cx="3397795" cy="3120600"/>
          </a:xfrm>
        </p:grpSpPr>
        <p:sp>
          <p:nvSpPr>
            <p:cNvPr name="Freeform 6" id="6"/>
            <p:cNvSpPr/>
            <p:nvPr/>
          </p:nvSpPr>
          <p:spPr>
            <a:xfrm flipH="false" flipV="false" rot="0">
              <a:off x="0" y="0"/>
              <a:ext cx="3397795" cy="3120600"/>
            </a:xfrm>
            <a:custGeom>
              <a:avLst/>
              <a:gdLst/>
              <a:ahLst/>
              <a:cxnLst/>
              <a:rect r="r" b="b" t="t" l="l"/>
              <a:pathLst>
                <a:path h="3120600" w="3397795">
                  <a:moveTo>
                    <a:pt x="0" y="0"/>
                  </a:moveTo>
                  <a:lnTo>
                    <a:pt x="3397795" y="0"/>
                  </a:lnTo>
                  <a:lnTo>
                    <a:pt x="3397795" y="3120600"/>
                  </a:lnTo>
                  <a:lnTo>
                    <a:pt x="0" y="3120600"/>
                  </a:lnTo>
                  <a:close/>
                </a:path>
              </a:pathLst>
            </a:custGeom>
            <a:solidFill>
              <a:srgbClr val="6699FF"/>
            </a:solidFill>
          </p:spPr>
        </p:sp>
        <p:sp>
          <p:nvSpPr>
            <p:cNvPr name="TextBox 7" id="7"/>
            <p:cNvSpPr txBox="true"/>
            <p:nvPr/>
          </p:nvSpPr>
          <p:spPr>
            <a:xfrm>
              <a:off x="0" y="-38100"/>
              <a:ext cx="3397795" cy="3158700"/>
            </a:xfrm>
            <a:prstGeom prst="rect">
              <a:avLst/>
            </a:prstGeom>
          </p:spPr>
          <p:txBody>
            <a:bodyPr anchor="ctr" rtlCol="false" tIns="46654" lIns="46654" bIns="46654" rIns="46654"/>
            <a:lstStyle/>
            <a:p>
              <a:pPr algn="ctr">
                <a:lnSpc>
                  <a:spcPts val="1800"/>
                </a:lnSpc>
                <a:spcBef>
                  <a:spcPct val="0"/>
                </a:spcBef>
              </a:pPr>
            </a:p>
          </p:txBody>
        </p:sp>
      </p:grpSp>
      <p:sp>
        <p:nvSpPr>
          <p:cNvPr name="Freeform 8" id="8"/>
          <p:cNvSpPr/>
          <p:nvPr/>
        </p:nvSpPr>
        <p:spPr>
          <a:xfrm flipH="false" flipV="false" rot="0">
            <a:off x="4666804" y="1481727"/>
            <a:ext cx="9375498" cy="8430116"/>
          </a:xfrm>
          <a:custGeom>
            <a:avLst/>
            <a:gdLst/>
            <a:ahLst/>
            <a:cxnLst/>
            <a:rect r="r" b="b" t="t" l="l"/>
            <a:pathLst>
              <a:path h="8430116" w="9375498">
                <a:moveTo>
                  <a:pt x="0" y="0"/>
                </a:moveTo>
                <a:lnTo>
                  <a:pt x="9375497" y="0"/>
                </a:lnTo>
                <a:lnTo>
                  <a:pt x="9375497" y="8430115"/>
                </a:lnTo>
                <a:lnTo>
                  <a:pt x="0" y="8430115"/>
                </a:lnTo>
                <a:lnTo>
                  <a:pt x="0" y="0"/>
                </a:lnTo>
                <a:close/>
              </a:path>
            </a:pathLst>
          </a:custGeom>
          <a:blipFill>
            <a:blip r:embed="rId2"/>
            <a:stretch>
              <a:fillRect l="0" t="-2201" r="-94" b="-929"/>
            </a:stretch>
          </a:blipFill>
        </p:spPr>
      </p:sp>
      <p:sp>
        <p:nvSpPr>
          <p:cNvPr name="TextBox 9" id="9"/>
          <p:cNvSpPr txBox="true"/>
          <p:nvPr/>
        </p:nvSpPr>
        <p:spPr>
          <a:xfrm rot="0">
            <a:off x="7034185" y="337171"/>
            <a:ext cx="4640735" cy="663304"/>
          </a:xfrm>
          <a:prstGeom prst="rect">
            <a:avLst/>
          </a:prstGeom>
        </p:spPr>
        <p:txBody>
          <a:bodyPr anchor="t" rtlCol="false" tIns="0" lIns="0" bIns="0" rIns="0">
            <a:spAutoFit/>
          </a:bodyPr>
          <a:lstStyle/>
          <a:p>
            <a:pPr algn="ctr">
              <a:lnSpc>
                <a:spcPts val="5439"/>
              </a:lnSpc>
              <a:spcBef>
                <a:spcPct val="0"/>
              </a:spcBef>
            </a:pPr>
            <a:r>
              <a:rPr lang="en-US" b="true" sz="3885">
                <a:solidFill>
                  <a:srgbClr val="000000"/>
                </a:solidFill>
                <a:latin typeface="Open Sans Bold"/>
                <a:ea typeface="Open Sans Bold"/>
                <a:cs typeface="Open Sans Bold"/>
                <a:sym typeface="Open Sans Bold"/>
              </a:rPr>
              <a:t>ER DIAGRAM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6699FF"/>
        </a:solidFill>
      </p:bgPr>
    </p:bg>
    <p:spTree>
      <p:nvGrpSpPr>
        <p:cNvPr id="1" name=""/>
        <p:cNvGrpSpPr/>
        <p:nvPr/>
      </p:nvGrpSpPr>
      <p:grpSpPr>
        <a:xfrm>
          <a:off x="0" y="0"/>
          <a:ext cx="0" cy="0"/>
          <a:chOff x="0" y="0"/>
          <a:chExt cx="0" cy="0"/>
        </a:xfrm>
      </p:grpSpPr>
      <p:grpSp>
        <p:nvGrpSpPr>
          <p:cNvPr name="Group 2" id="2"/>
          <p:cNvGrpSpPr/>
          <p:nvPr/>
        </p:nvGrpSpPr>
        <p:grpSpPr>
          <a:xfrm rot="0">
            <a:off x="188797" y="203992"/>
            <a:ext cx="17910406" cy="9879016"/>
            <a:chOff x="0" y="0"/>
            <a:chExt cx="4717144" cy="2601881"/>
          </a:xfrm>
        </p:grpSpPr>
        <p:sp>
          <p:nvSpPr>
            <p:cNvPr name="Freeform 3" id="3"/>
            <p:cNvSpPr/>
            <p:nvPr/>
          </p:nvSpPr>
          <p:spPr>
            <a:xfrm flipH="false" flipV="false" rot="0">
              <a:off x="0" y="0"/>
              <a:ext cx="4717144" cy="2601881"/>
            </a:xfrm>
            <a:custGeom>
              <a:avLst/>
              <a:gdLst/>
              <a:ahLst/>
              <a:cxnLst/>
              <a:rect r="r" b="b" t="t" l="l"/>
              <a:pathLst>
                <a:path h="2601881" w="4717144">
                  <a:moveTo>
                    <a:pt x="0" y="0"/>
                  </a:moveTo>
                  <a:lnTo>
                    <a:pt x="4717144" y="0"/>
                  </a:lnTo>
                  <a:lnTo>
                    <a:pt x="4717144" y="2601881"/>
                  </a:lnTo>
                  <a:lnTo>
                    <a:pt x="0" y="2601881"/>
                  </a:lnTo>
                  <a:close/>
                </a:path>
              </a:pathLst>
            </a:custGeom>
            <a:solidFill>
              <a:srgbClr val="FFFFFF"/>
            </a:solidFill>
          </p:spPr>
        </p:sp>
        <p:sp>
          <p:nvSpPr>
            <p:cNvPr name="TextBox 4" id="4"/>
            <p:cNvSpPr txBox="true"/>
            <p:nvPr/>
          </p:nvSpPr>
          <p:spPr>
            <a:xfrm>
              <a:off x="0" y="-38100"/>
              <a:ext cx="4717144" cy="263998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0"/>
            <a:ext cx="18288000" cy="10287000"/>
            <a:chOff x="0" y="0"/>
            <a:chExt cx="24384000" cy="13716000"/>
          </a:xfrm>
        </p:grpSpPr>
        <p:pic>
          <p:nvPicPr>
            <p:cNvPr name="Picture 6" id="6"/>
            <p:cNvPicPr>
              <a:picLocks noChangeAspect="true"/>
            </p:cNvPicPr>
            <p:nvPr/>
          </p:nvPicPr>
          <p:blipFill>
            <a:blip r:embed="rId2"/>
            <a:srcRect l="0" t="24920" r="0" b="6545"/>
            <a:stretch>
              <a:fillRect/>
            </a:stretch>
          </p:blipFill>
          <p:spPr>
            <a:xfrm flipH="false" flipV="false">
              <a:off x="0" y="0"/>
              <a:ext cx="12128500" cy="4487333"/>
            </a:xfrm>
            <a:prstGeom prst="rect">
              <a:avLst/>
            </a:prstGeom>
          </p:spPr>
        </p:pic>
        <p:pic>
          <p:nvPicPr>
            <p:cNvPr name="Picture 7" id="7"/>
            <p:cNvPicPr>
              <a:picLocks noChangeAspect="true"/>
            </p:cNvPicPr>
            <p:nvPr/>
          </p:nvPicPr>
          <p:blipFill>
            <a:blip r:embed="rId3"/>
            <a:srcRect l="0" t="15036" r="0" b="15036"/>
            <a:stretch>
              <a:fillRect/>
            </a:stretch>
          </p:blipFill>
          <p:spPr>
            <a:xfrm flipH="false" flipV="false">
              <a:off x="12255500" y="0"/>
              <a:ext cx="12128500" cy="4487333"/>
            </a:xfrm>
            <a:prstGeom prst="rect">
              <a:avLst/>
            </a:prstGeom>
          </p:spPr>
        </p:pic>
        <p:pic>
          <p:nvPicPr>
            <p:cNvPr name="Picture 8" id="8"/>
            <p:cNvPicPr>
              <a:picLocks noChangeAspect="true"/>
            </p:cNvPicPr>
            <p:nvPr/>
          </p:nvPicPr>
          <p:blipFill>
            <a:blip r:embed="rId4"/>
            <a:srcRect l="0" t="0" r="0" b="40673"/>
            <a:stretch>
              <a:fillRect/>
            </a:stretch>
          </p:blipFill>
          <p:spPr>
            <a:xfrm flipH="false" flipV="false">
              <a:off x="0" y="4614333"/>
              <a:ext cx="12128500" cy="4487333"/>
            </a:xfrm>
            <a:prstGeom prst="rect">
              <a:avLst/>
            </a:prstGeom>
          </p:spPr>
        </p:pic>
        <p:pic>
          <p:nvPicPr>
            <p:cNvPr name="Picture 9" id="9"/>
            <p:cNvPicPr>
              <a:picLocks noChangeAspect="true"/>
            </p:cNvPicPr>
            <p:nvPr/>
          </p:nvPicPr>
          <p:blipFill>
            <a:blip r:embed="rId5"/>
            <a:srcRect l="0" t="22048" r="0" b="22048"/>
            <a:stretch>
              <a:fillRect/>
            </a:stretch>
          </p:blipFill>
          <p:spPr>
            <a:xfrm flipH="false" flipV="false">
              <a:off x="12255500" y="4614333"/>
              <a:ext cx="12128500" cy="4487333"/>
            </a:xfrm>
            <a:prstGeom prst="rect">
              <a:avLst/>
            </a:prstGeom>
          </p:spPr>
        </p:pic>
        <p:pic>
          <p:nvPicPr>
            <p:cNvPr name="Picture 10" id="10"/>
            <p:cNvPicPr>
              <a:picLocks noChangeAspect="true"/>
            </p:cNvPicPr>
            <p:nvPr/>
          </p:nvPicPr>
          <p:blipFill>
            <a:blip r:embed="rId6"/>
            <a:srcRect l="0" t="28736" r="0" b="28736"/>
            <a:stretch>
              <a:fillRect/>
            </a:stretch>
          </p:blipFill>
          <p:spPr>
            <a:xfrm flipH="false" flipV="false">
              <a:off x="0" y="9228667"/>
              <a:ext cx="24384000" cy="4487333"/>
            </a:xfrm>
            <a:prstGeom prst="rect">
              <a:avLst/>
            </a:prstGeom>
          </p:spPr>
        </p:pic>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6699FF"/>
        </a:solidFill>
      </p:bgPr>
    </p:bg>
    <p:spTree>
      <p:nvGrpSpPr>
        <p:cNvPr id="1" name=""/>
        <p:cNvGrpSpPr/>
        <p:nvPr/>
      </p:nvGrpSpPr>
      <p:grpSpPr>
        <a:xfrm>
          <a:off x="0" y="0"/>
          <a:ext cx="0" cy="0"/>
          <a:chOff x="0" y="0"/>
          <a:chExt cx="0" cy="0"/>
        </a:xfrm>
      </p:grpSpPr>
      <p:grpSp>
        <p:nvGrpSpPr>
          <p:cNvPr name="Group 2" id="2"/>
          <p:cNvGrpSpPr/>
          <p:nvPr/>
        </p:nvGrpSpPr>
        <p:grpSpPr>
          <a:xfrm rot="0">
            <a:off x="188797" y="203992"/>
            <a:ext cx="17910406" cy="9879016"/>
            <a:chOff x="0" y="0"/>
            <a:chExt cx="4717144" cy="2601881"/>
          </a:xfrm>
        </p:grpSpPr>
        <p:sp>
          <p:nvSpPr>
            <p:cNvPr name="Freeform 3" id="3"/>
            <p:cNvSpPr/>
            <p:nvPr/>
          </p:nvSpPr>
          <p:spPr>
            <a:xfrm flipH="false" flipV="false" rot="0">
              <a:off x="0" y="0"/>
              <a:ext cx="4717144" cy="2601881"/>
            </a:xfrm>
            <a:custGeom>
              <a:avLst/>
              <a:gdLst/>
              <a:ahLst/>
              <a:cxnLst/>
              <a:rect r="r" b="b" t="t" l="l"/>
              <a:pathLst>
                <a:path h="2601881" w="4717144">
                  <a:moveTo>
                    <a:pt x="0" y="0"/>
                  </a:moveTo>
                  <a:lnTo>
                    <a:pt x="4717144" y="0"/>
                  </a:lnTo>
                  <a:lnTo>
                    <a:pt x="4717144" y="2601881"/>
                  </a:lnTo>
                  <a:lnTo>
                    <a:pt x="0" y="2601881"/>
                  </a:lnTo>
                  <a:close/>
                </a:path>
              </a:pathLst>
            </a:custGeom>
            <a:solidFill>
              <a:srgbClr val="FFFFFF"/>
            </a:solidFill>
          </p:spPr>
        </p:sp>
        <p:sp>
          <p:nvSpPr>
            <p:cNvPr name="TextBox 4" id="4"/>
            <p:cNvSpPr txBox="true"/>
            <p:nvPr/>
          </p:nvSpPr>
          <p:spPr>
            <a:xfrm>
              <a:off x="0" y="-38100"/>
              <a:ext cx="4717144" cy="2639981"/>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429429" y="1383204"/>
            <a:ext cx="5281567" cy="5843206"/>
          </a:xfrm>
          <a:custGeom>
            <a:avLst/>
            <a:gdLst/>
            <a:ahLst/>
            <a:cxnLst/>
            <a:rect r="r" b="b" t="t" l="l"/>
            <a:pathLst>
              <a:path h="5843206" w="5281567">
                <a:moveTo>
                  <a:pt x="0" y="0"/>
                </a:moveTo>
                <a:lnTo>
                  <a:pt x="5281566" y="0"/>
                </a:lnTo>
                <a:lnTo>
                  <a:pt x="5281566" y="5843205"/>
                </a:lnTo>
                <a:lnTo>
                  <a:pt x="0" y="5843205"/>
                </a:lnTo>
                <a:lnTo>
                  <a:pt x="0" y="0"/>
                </a:lnTo>
                <a:close/>
              </a:path>
            </a:pathLst>
          </a:custGeom>
          <a:blipFill>
            <a:blip r:embed="rId2"/>
            <a:stretch>
              <a:fillRect l="0" t="0" r="0" b="0"/>
            </a:stretch>
          </a:blipFill>
        </p:spPr>
      </p:sp>
      <p:sp>
        <p:nvSpPr>
          <p:cNvPr name="Freeform 6" id="6"/>
          <p:cNvSpPr/>
          <p:nvPr/>
        </p:nvSpPr>
        <p:spPr>
          <a:xfrm flipH="false" flipV="false" rot="0">
            <a:off x="5958041" y="417401"/>
            <a:ext cx="11301259" cy="3376251"/>
          </a:xfrm>
          <a:custGeom>
            <a:avLst/>
            <a:gdLst/>
            <a:ahLst/>
            <a:cxnLst/>
            <a:rect r="r" b="b" t="t" l="l"/>
            <a:pathLst>
              <a:path h="3376251" w="11301259">
                <a:moveTo>
                  <a:pt x="0" y="0"/>
                </a:moveTo>
                <a:lnTo>
                  <a:pt x="11301259" y="0"/>
                </a:lnTo>
                <a:lnTo>
                  <a:pt x="11301259" y="3376251"/>
                </a:lnTo>
                <a:lnTo>
                  <a:pt x="0" y="3376251"/>
                </a:lnTo>
                <a:lnTo>
                  <a:pt x="0" y="0"/>
                </a:lnTo>
                <a:close/>
              </a:path>
            </a:pathLst>
          </a:custGeom>
          <a:blipFill>
            <a:blip r:embed="rId3"/>
            <a:stretch>
              <a:fillRect l="0" t="0" r="0" b="0"/>
            </a:stretch>
          </a:blipFill>
        </p:spPr>
      </p:sp>
      <p:sp>
        <p:nvSpPr>
          <p:cNvPr name="Freeform 7" id="7"/>
          <p:cNvSpPr/>
          <p:nvPr/>
        </p:nvSpPr>
        <p:spPr>
          <a:xfrm flipH="false" flipV="false" rot="0">
            <a:off x="5958041" y="4726099"/>
            <a:ext cx="11301259" cy="3432757"/>
          </a:xfrm>
          <a:custGeom>
            <a:avLst/>
            <a:gdLst/>
            <a:ahLst/>
            <a:cxnLst/>
            <a:rect r="r" b="b" t="t" l="l"/>
            <a:pathLst>
              <a:path h="3432757" w="11301259">
                <a:moveTo>
                  <a:pt x="0" y="0"/>
                </a:moveTo>
                <a:lnTo>
                  <a:pt x="11301259" y="0"/>
                </a:lnTo>
                <a:lnTo>
                  <a:pt x="11301259" y="3432758"/>
                </a:lnTo>
                <a:lnTo>
                  <a:pt x="0" y="3432758"/>
                </a:lnTo>
                <a:lnTo>
                  <a:pt x="0" y="0"/>
                </a:lnTo>
                <a:close/>
              </a:path>
            </a:pathLst>
          </a:custGeom>
          <a:blipFill>
            <a:blip r:embed="rId4"/>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p:cSld>
    <p:bg>
      <p:bgPr>
        <a:solidFill>
          <a:srgbClr val="6699FF"/>
        </a:solidFill>
      </p:bgPr>
    </p:bg>
    <p:spTree>
      <p:nvGrpSpPr>
        <p:cNvPr id="1" name=""/>
        <p:cNvGrpSpPr/>
        <p:nvPr/>
      </p:nvGrpSpPr>
      <p:grpSpPr>
        <a:xfrm>
          <a:off x="0" y="0"/>
          <a:ext cx="0" cy="0"/>
          <a:chOff x="0" y="0"/>
          <a:chExt cx="0" cy="0"/>
        </a:xfrm>
      </p:grpSpPr>
      <p:grpSp>
        <p:nvGrpSpPr>
          <p:cNvPr name="Group 2" id="2"/>
          <p:cNvGrpSpPr/>
          <p:nvPr/>
        </p:nvGrpSpPr>
        <p:grpSpPr>
          <a:xfrm rot="0">
            <a:off x="188797" y="203992"/>
            <a:ext cx="17910406" cy="9879016"/>
            <a:chOff x="0" y="0"/>
            <a:chExt cx="4717144" cy="2601881"/>
          </a:xfrm>
        </p:grpSpPr>
        <p:sp>
          <p:nvSpPr>
            <p:cNvPr name="Freeform 3" id="3"/>
            <p:cNvSpPr/>
            <p:nvPr/>
          </p:nvSpPr>
          <p:spPr>
            <a:xfrm flipH="false" flipV="false" rot="0">
              <a:off x="0" y="0"/>
              <a:ext cx="4717144" cy="2601881"/>
            </a:xfrm>
            <a:custGeom>
              <a:avLst/>
              <a:gdLst/>
              <a:ahLst/>
              <a:cxnLst/>
              <a:rect r="r" b="b" t="t" l="l"/>
              <a:pathLst>
                <a:path h="2601881" w="4717144">
                  <a:moveTo>
                    <a:pt x="0" y="0"/>
                  </a:moveTo>
                  <a:lnTo>
                    <a:pt x="4717144" y="0"/>
                  </a:lnTo>
                  <a:lnTo>
                    <a:pt x="4717144" y="2601881"/>
                  </a:lnTo>
                  <a:lnTo>
                    <a:pt x="0" y="2601881"/>
                  </a:lnTo>
                  <a:close/>
                </a:path>
              </a:pathLst>
            </a:custGeom>
            <a:solidFill>
              <a:srgbClr val="FFFFFF"/>
            </a:solidFill>
          </p:spPr>
        </p:sp>
        <p:sp>
          <p:nvSpPr>
            <p:cNvPr name="TextBox 4" id="4"/>
            <p:cNvSpPr txBox="true"/>
            <p:nvPr/>
          </p:nvSpPr>
          <p:spPr>
            <a:xfrm>
              <a:off x="0" y="-38100"/>
              <a:ext cx="4717144" cy="2639981"/>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88450" y="375442"/>
            <a:ext cx="8855550" cy="888370"/>
          </a:xfrm>
          <a:prstGeom prst="rect">
            <a:avLst/>
          </a:prstGeom>
        </p:spPr>
        <p:txBody>
          <a:bodyPr anchor="t" rtlCol="false" tIns="0" lIns="0" bIns="0" rIns="0">
            <a:spAutoFit/>
          </a:bodyPr>
          <a:lstStyle/>
          <a:p>
            <a:pPr algn="l" marL="0" indent="0" lvl="0">
              <a:lnSpc>
                <a:spcPts val="6580"/>
              </a:lnSpc>
              <a:spcBef>
                <a:spcPct val="0"/>
              </a:spcBef>
            </a:pPr>
            <a:r>
              <a:rPr lang="en-US" b="true" sz="7000">
                <a:solidFill>
                  <a:srgbClr val="000066"/>
                </a:solidFill>
                <a:latin typeface="Garet Bold"/>
                <a:ea typeface="Garet Bold"/>
                <a:cs typeface="Garet Bold"/>
                <a:sym typeface="Garet Bold"/>
              </a:rPr>
              <a:t>Limitations:</a:t>
            </a:r>
          </a:p>
        </p:txBody>
      </p:sp>
      <p:sp>
        <p:nvSpPr>
          <p:cNvPr name="TextBox 6" id="6"/>
          <p:cNvSpPr txBox="true"/>
          <p:nvPr/>
        </p:nvSpPr>
        <p:spPr>
          <a:xfrm rot="0">
            <a:off x="288450" y="1220628"/>
            <a:ext cx="5976251" cy="4349358"/>
          </a:xfrm>
          <a:prstGeom prst="rect">
            <a:avLst/>
          </a:prstGeom>
        </p:spPr>
        <p:txBody>
          <a:bodyPr anchor="t" rtlCol="false" tIns="0" lIns="0" bIns="0" rIns="0">
            <a:spAutoFit/>
          </a:bodyPr>
          <a:lstStyle/>
          <a:p>
            <a:pPr algn="l" marL="410227" indent="-205114" lvl="1">
              <a:lnSpc>
                <a:spcPts val="4408"/>
              </a:lnSpc>
              <a:spcBef>
                <a:spcPct val="0"/>
              </a:spcBef>
              <a:buFont typeface="Arial"/>
              <a:buChar char="•"/>
            </a:pPr>
            <a:r>
              <a:rPr lang="en-US" b="true" sz="1900">
                <a:solidFill>
                  <a:srgbClr val="000066"/>
                </a:solidFill>
                <a:latin typeface="Garet Bold"/>
                <a:ea typeface="Garet Bold"/>
                <a:cs typeface="Garet Bold"/>
                <a:sym typeface="Garet Bold"/>
              </a:rPr>
              <a:t>Dep</a:t>
            </a:r>
            <a:r>
              <a:rPr lang="en-US" b="true" sz="1900" strike="noStrike" u="none">
                <a:solidFill>
                  <a:srgbClr val="000066"/>
                </a:solidFill>
                <a:latin typeface="Garet Bold"/>
                <a:ea typeface="Garet Bold"/>
                <a:cs typeface="Garet Bold"/>
                <a:sym typeface="Garet Bold"/>
              </a:rPr>
              <a:t>ends on internet connectivity</a:t>
            </a:r>
          </a:p>
          <a:p>
            <a:pPr algn="l" marL="410227" indent="-205114" lvl="1">
              <a:lnSpc>
                <a:spcPts val="4408"/>
              </a:lnSpc>
              <a:spcBef>
                <a:spcPct val="0"/>
              </a:spcBef>
              <a:buFont typeface="Arial"/>
              <a:buChar char="•"/>
            </a:pPr>
            <a:r>
              <a:rPr lang="en-US" b="true" sz="1900" strike="noStrike" u="none">
                <a:solidFill>
                  <a:srgbClr val="000066"/>
                </a:solidFill>
                <a:latin typeface="Garet Bold"/>
                <a:ea typeface="Garet Bold"/>
                <a:cs typeface="Garet Bold"/>
                <a:sym typeface="Garet Bold"/>
              </a:rPr>
              <a:t>Limited to registered schools</a:t>
            </a:r>
          </a:p>
          <a:p>
            <a:pPr algn="l" marL="410227" indent="-205114" lvl="1">
              <a:lnSpc>
                <a:spcPts val="4408"/>
              </a:lnSpc>
              <a:spcBef>
                <a:spcPct val="0"/>
              </a:spcBef>
              <a:buFont typeface="Arial"/>
              <a:buChar char="•"/>
            </a:pPr>
            <a:r>
              <a:rPr lang="en-US" b="true" sz="1900" strike="noStrike" u="none">
                <a:solidFill>
                  <a:srgbClr val="000066"/>
                </a:solidFill>
                <a:latin typeface="Garet Bold"/>
                <a:ea typeface="Garet Bold"/>
                <a:cs typeface="Garet Bold"/>
                <a:sym typeface="Garet Bold"/>
              </a:rPr>
              <a:t>Basic security implementation</a:t>
            </a:r>
          </a:p>
          <a:p>
            <a:pPr algn="l" marL="410227" indent="-205114" lvl="1">
              <a:lnSpc>
                <a:spcPts val="4408"/>
              </a:lnSpc>
              <a:spcBef>
                <a:spcPct val="0"/>
              </a:spcBef>
              <a:buFont typeface="Arial"/>
              <a:buChar char="•"/>
            </a:pPr>
            <a:r>
              <a:rPr lang="en-US" b="true" sz="1900" strike="noStrike" u="none">
                <a:solidFill>
                  <a:srgbClr val="000066"/>
                </a:solidFill>
                <a:latin typeface="Garet Bold"/>
                <a:ea typeface="Garet Bold"/>
                <a:cs typeface="Garet Bold"/>
                <a:sym typeface="Garet Bold"/>
              </a:rPr>
              <a:t>Incorrect data entered by users may affect admission processing</a:t>
            </a:r>
          </a:p>
          <a:p>
            <a:pPr algn="l" marL="410227" indent="-205114" lvl="1">
              <a:lnSpc>
                <a:spcPts val="4408"/>
              </a:lnSpc>
              <a:spcBef>
                <a:spcPct val="0"/>
              </a:spcBef>
              <a:buFont typeface="Arial"/>
              <a:buChar char="•"/>
            </a:pPr>
            <a:r>
              <a:rPr lang="en-US" b="true" sz="1900" strike="noStrike" u="none">
                <a:solidFill>
                  <a:srgbClr val="000066"/>
                </a:solidFill>
                <a:latin typeface="Garet Bold"/>
                <a:ea typeface="Garet Bold"/>
                <a:cs typeface="Garet Bold"/>
                <a:sym typeface="Garet Bold"/>
              </a:rPr>
              <a:t>Requires regular database maintenance and updates</a:t>
            </a:r>
          </a:p>
          <a:p>
            <a:pPr algn="l">
              <a:lnSpc>
                <a:spcPts val="4408"/>
              </a:lnSpc>
              <a:spcBef>
                <a:spcPct val="0"/>
              </a:spcBef>
            </a:pPr>
          </a:p>
        </p:txBody>
      </p:sp>
      <p:grpSp>
        <p:nvGrpSpPr>
          <p:cNvPr name="Group 7" id="7"/>
          <p:cNvGrpSpPr/>
          <p:nvPr/>
        </p:nvGrpSpPr>
        <p:grpSpPr>
          <a:xfrm rot="-2699999">
            <a:off x="14124166" y="-1805976"/>
            <a:ext cx="5530977" cy="5079756"/>
            <a:chOff x="0" y="0"/>
            <a:chExt cx="3830511" cy="3518015"/>
          </a:xfrm>
        </p:grpSpPr>
        <p:sp>
          <p:nvSpPr>
            <p:cNvPr name="Freeform 8" id="8"/>
            <p:cNvSpPr/>
            <p:nvPr/>
          </p:nvSpPr>
          <p:spPr>
            <a:xfrm flipH="false" flipV="false" rot="0">
              <a:off x="0" y="0"/>
              <a:ext cx="3830511" cy="3518015"/>
            </a:xfrm>
            <a:custGeom>
              <a:avLst/>
              <a:gdLst/>
              <a:ahLst/>
              <a:cxnLst/>
              <a:rect r="r" b="b" t="t" l="l"/>
              <a:pathLst>
                <a:path h="3518015" w="3830511">
                  <a:moveTo>
                    <a:pt x="0" y="0"/>
                  </a:moveTo>
                  <a:lnTo>
                    <a:pt x="3830511" y="0"/>
                  </a:lnTo>
                  <a:lnTo>
                    <a:pt x="3830511" y="3518015"/>
                  </a:lnTo>
                  <a:lnTo>
                    <a:pt x="0" y="3518015"/>
                  </a:lnTo>
                  <a:close/>
                </a:path>
              </a:pathLst>
            </a:custGeom>
            <a:solidFill>
              <a:srgbClr val="6699FF"/>
            </a:solidFill>
          </p:spPr>
        </p:sp>
        <p:sp>
          <p:nvSpPr>
            <p:cNvPr name="TextBox 9" id="9"/>
            <p:cNvSpPr txBox="true"/>
            <p:nvPr/>
          </p:nvSpPr>
          <p:spPr>
            <a:xfrm>
              <a:off x="0" y="-38100"/>
              <a:ext cx="3830511" cy="3556115"/>
            </a:xfrm>
            <a:prstGeom prst="rect">
              <a:avLst/>
            </a:prstGeom>
          </p:spPr>
          <p:txBody>
            <a:bodyPr anchor="ctr" rtlCol="false" tIns="46654" lIns="46654" bIns="46654" rIns="46654"/>
            <a:lstStyle/>
            <a:p>
              <a:pPr algn="ctr">
                <a:lnSpc>
                  <a:spcPts val="1800"/>
                </a:lnSpc>
                <a:spcBef>
                  <a:spcPct val="0"/>
                </a:spcBef>
              </a:pPr>
            </a:p>
          </p:txBody>
        </p:sp>
      </p:grpSp>
      <p:grpSp>
        <p:nvGrpSpPr>
          <p:cNvPr name="Group 10" id="10"/>
          <p:cNvGrpSpPr/>
          <p:nvPr/>
        </p:nvGrpSpPr>
        <p:grpSpPr>
          <a:xfrm rot="-2699999">
            <a:off x="15314662" y="4750439"/>
            <a:ext cx="4066725" cy="3734959"/>
            <a:chOff x="0" y="0"/>
            <a:chExt cx="2816434" cy="2586668"/>
          </a:xfrm>
        </p:grpSpPr>
        <p:sp>
          <p:nvSpPr>
            <p:cNvPr name="Freeform 11" id="11"/>
            <p:cNvSpPr/>
            <p:nvPr/>
          </p:nvSpPr>
          <p:spPr>
            <a:xfrm flipH="false" flipV="false" rot="0">
              <a:off x="0" y="0"/>
              <a:ext cx="2816434" cy="2586668"/>
            </a:xfrm>
            <a:custGeom>
              <a:avLst/>
              <a:gdLst/>
              <a:ahLst/>
              <a:cxnLst/>
              <a:rect r="r" b="b" t="t" l="l"/>
              <a:pathLst>
                <a:path h="2586668" w="2816434">
                  <a:moveTo>
                    <a:pt x="0" y="0"/>
                  </a:moveTo>
                  <a:lnTo>
                    <a:pt x="2816434" y="0"/>
                  </a:lnTo>
                  <a:lnTo>
                    <a:pt x="2816434" y="2586668"/>
                  </a:lnTo>
                  <a:lnTo>
                    <a:pt x="0" y="2586668"/>
                  </a:lnTo>
                  <a:close/>
                </a:path>
              </a:pathLst>
            </a:custGeom>
            <a:solidFill>
              <a:srgbClr val="000066"/>
            </a:solidFill>
          </p:spPr>
        </p:sp>
        <p:sp>
          <p:nvSpPr>
            <p:cNvPr name="TextBox 12" id="12"/>
            <p:cNvSpPr txBox="true"/>
            <p:nvPr/>
          </p:nvSpPr>
          <p:spPr>
            <a:xfrm>
              <a:off x="0" y="-38100"/>
              <a:ext cx="2816434" cy="2624768"/>
            </a:xfrm>
            <a:prstGeom prst="rect">
              <a:avLst/>
            </a:prstGeom>
          </p:spPr>
          <p:txBody>
            <a:bodyPr anchor="ctr" rtlCol="false" tIns="46654" lIns="46654" bIns="46654" rIns="46654"/>
            <a:lstStyle/>
            <a:p>
              <a:pPr algn="ctr">
                <a:lnSpc>
                  <a:spcPts val="1800"/>
                </a:lnSpc>
                <a:spcBef>
                  <a:spcPct val="0"/>
                </a:spcBef>
              </a:pPr>
            </a:p>
          </p:txBody>
        </p:sp>
      </p:grpSp>
      <p:grpSp>
        <p:nvGrpSpPr>
          <p:cNvPr name="Group 13" id="13"/>
          <p:cNvGrpSpPr/>
          <p:nvPr/>
        </p:nvGrpSpPr>
        <p:grpSpPr>
          <a:xfrm rot="-2699999">
            <a:off x="12309877" y="7850237"/>
            <a:ext cx="4066725" cy="3734959"/>
            <a:chOff x="0" y="0"/>
            <a:chExt cx="2816434" cy="2586668"/>
          </a:xfrm>
        </p:grpSpPr>
        <p:sp>
          <p:nvSpPr>
            <p:cNvPr name="Freeform 14" id="14"/>
            <p:cNvSpPr/>
            <p:nvPr/>
          </p:nvSpPr>
          <p:spPr>
            <a:xfrm flipH="false" flipV="false" rot="0">
              <a:off x="0" y="0"/>
              <a:ext cx="2816434" cy="2586668"/>
            </a:xfrm>
            <a:custGeom>
              <a:avLst/>
              <a:gdLst/>
              <a:ahLst/>
              <a:cxnLst/>
              <a:rect r="r" b="b" t="t" l="l"/>
              <a:pathLst>
                <a:path h="2586668" w="2816434">
                  <a:moveTo>
                    <a:pt x="0" y="0"/>
                  </a:moveTo>
                  <a:lnTo>
                    <a:pt x="2816434" y="0"/>
                  </a:lnTo>
                  <a:lnTo>
                    <a:pt x="2816434" y="2586668"/>
                  </a:lnTo>
                  <a:lnTo>
                    <a:pt x="0" y="2586668"/>
                  </a:lnTo>
                  <a:close/>
                </a:path>
              </a:pathLst>
            </a:custGeom>
            <a:solidFill>
              <a:srgbClr val="336699"/>
            </a:solidFill>
          </p:spPr>
        </p:sp>
        <p:sp>
          <p:nvSpPr>
            <p:cNvPr name="TextBox 15" id="15"/>
            <p:cNvSpPr txBox="true"/>
            <p:nvPr/>
          </p:nvSpPr>
          <p:spPr>
            <a:xfrm>
              <a:off x="0" y="-38100"/>
              <a:ext cx="2816434" cy="2624768"/>
            </a:xfrm>
            <a:prstGeom prst="rect">
              <a:avLst/>
            </a:prstGeom>
          </p:spPr>
          <p:txBody>
            <a:bodyPr anchor="ctr" rtlCol="false" tIns="46654" lIns="46654" bIns="46654" rIns="46654"/>
            <a:lstStyle/>
            <a:p>
              <a:pPr algn="ctr">
                <a:lnSpc>
                  <a:spcPts val="1800"/>
                </a:lnSpc>
                <a:spcBef>
                  <a:spcPct val="0"/>
                </a:spcBef>
              </a:pPr>
            </a:p>
          </p:txBody>
        </p:sp>
      </p:grpSp>
      <p:sp>
        <p:nvSpPr>
          <p:cNvPr name="TextBox 16" id="16"/>
          <p:cNvSpPr txBox="true"/>
          <p:nvPr/>
        </p:nvSpPr>
        <p:spPr>
          <a:xfrm rot="0">
            <a:off x="188797" y="5314950"/>
            <a:ext cx="10539971" cy="888370"/>
          </a:xfrm>
          <a:prstGeom prst="rect">
            <a:avLst/>
          </a:prstGeom>
        </p:spPr>
        <p:txBody>
          <a:bodyPr anchor="t" rtlCol="false" tIns="0" lIns="0" bIns="0" rIns="0">
            <a:spAutoFit/>
          </a:bodyPr>
          <a:lstStyle/>
          <a:p>
            <a:pPr algn="l" marL="0" indent="0" lvl="0">
              <a:lnSpc>
                <a:spcPts val="6580"/>
              </a:lnSpc>
              <a:spcBef>
                <a:spcPct val="0"/>
              </a:spcBef>
            </a:pPr>
            <a:r>
              <a:rPr lang="en-US" b="true" sz="7000">
                <a:solidFill>
                  <a:srgbClr val="000066"/>
                </a:solidFill>
                <a:latin typeface="Garet Bold"/>
                <a:ea typeface="Garet Bold"/>
                <a:cs typeface="Garet Bold"/>
                <a:sym typeface="Garet Bold"/>
              </a:rPr>
              <a:t>Future Enhancements:</a:t>
            </a:r>
          </a:p>
        </p:txBody>
      </p:sp>
      <p:sp>
        <p:nvSpPr>
          <p:cNvPr name="TextBox 17" id="17"/>
          <p:cNvSpPr txBox="true"/>
          <p:nvPr/>
        </p:nvSpPr>
        <p:spPr>
          <a:xfrm rot="0">
            <a:off x="288450" y="6261053"/>
            <a:ext cx="5976251" cy="3796908"/>
          </a:xfrm>
          <a:prstGeom prst="rect">
            <a:avLst/>
          </a:prstGeom>
        </p:spPr>
        <p:txBody>
          <a:bodyPr anchor="t" rtlCol="false" tIns="0" lIns="0" bIns="0" rIns="0">
            <a:spAutoFit/>
          </a:bodyPr>
          <a:lstStyle/>
          <a:p>
            <a:pPr algn="l" marL="410227" indent="-205114" lvl="1">
              <a:lnSpc>
                <a:spcPts val="4408"/>
              </a:lnSpc>
              <a:spcBef>
                <a:spcPct val="0"/>
              </a:spcBef>
              <a:buFont typeface="Arial"/>
              <a:buChar char="•"/>
            </a:pPr>
            <a:r>
              <a:rPr lang="en-US" b="true" sz="1900">
                <a:solidFill>
                  <a:srgbClr val="000066"/>
                </a:solidFill>
                <a:latin typeface="Garet Bold"/>
                <a:ea typeface="Garet Bold"/>
                <a:cs typeface="Garet Bold"/>
                <a:sym typeface="Garet Bold"/>
              </a:rPr>
              <a:t>AI-ba</a:t>
            </a:r>
            <a:r>
              <a:rPr lang="en-US" b="true" sz="1900" strike="noStrike" u="none">
                <a:solidFill>
                  <a:srgbClr val="000066"/>
                </a:solidFill>
                <a:latin typeface="Garet Bold"/>
                <a:ea typeface="Garet Bold"/>
                <a:cs typeface="Garet Bold"/>
                <a:sym typeface="Garet Bold"/>
              </a:rPr>
              <a:t>sed school recommendation</a:t>
            </a:r>
          </a:p>
          <a:p>
            <a:pPr algn="l" marL="410227" indent="-205114" lvl="1">
              <a:lnSpc>
                <a:spcPts val="4408"/>
              </a:lnSpc>
              <a:spcBef>
                <a:spcPct val="0"/>
              </a:spcBef>
              <a:buFont typeface="Arial"/>
              <a:buChar char="•"/>
            </a:pPr>
            <a:r>
              <a:rPr lang="en-US" b="true" sz="1900" strike="noStrike" u="none">
                <a:solidFill>
                  <a:srgbClr val="000066"/>
                </a:solidFill>
                <a:latin typeface="Garet Bold"/>
                <a:ea typeface="Garet Bold"/>
                <a:cs typeface="Garet Bold"/>
                <a:sym typeface="Garet Bold"/>
              </a:rPr>
              <a:t>M</a:t>
            </a:r>
            <a:r>
              <a:rPr lang="en-US" b="true" sz="1900" strike="noStrike" u="none">
                <a:solidFill>
                  <a:srgbClr val="000066"/>
                </a:solidFill>
                <a:latin typeface="Garet Bold"/>
                <a:ea typeface="Garet Bold"/>
                <a:cs typeface="Garet Bold"/>
                <a:sym typeface="Garet Bold"/>
              </a:rPr>
              <a:t>ob</a:t>
            </a:r>
            <a:r>
              <a:rPr lang="en-US" b="true" sz="1900" strike="noStrike" u="none">
                <a:solidFill>
                  <a:srgbClr val="000066"/>
                </a:solidFill>
                <a:latin typeface="Garet Bold"/>
                <a:ea typeface="Garet Bold"/>
                <a:cs typeface="Garet Bold"/>
                <a:sym typeface="Garet Bold"/>
              </a:rPr>
              <a:t>il</a:t>
            </a:r>
            <a:r>
              <a:rPr lang="en-US" b="true" sz="1900" strike="noStrike" u="none">
                <a:solidFill>
                  <a:srgbClr val="000066"/>
                </a:solidFill>
                <a:latin typeface="Garet Bold"/>
                <a:ea typeface="Garet Bold"/>
                <a:cs typeface="Garet Bold"/>
                <a:sym typeface="Garet Bold"/>
              </a:rPr>
              <a:t>e a</a:t>
            </a:r>
            <a:r>
              <a:rPr lang="en-US" b="true" sz="1900" strike="noStrike" u="none">
                <a:solidFill>
                  <a:srgbClr val="000066"/>
                </a:solidFill>
                <a:latin typeface="Garet Bold"/>
                <a:ea typeface="Garet Bold"/>
                <a:cs typeface="Garet Bold"/>
                <a:sym typeface="Garet Bold"/>
              </a:rPr>
              <a:t>ppli</a:t>
            </a:r>
            <a:r>
              <a:rPr lang="en-US" b="true" sz="1900" strike="noStrike" u="none">
                <a:solidFill>
                  <a:srgbClr val="000066"/>
                </a:solidFill>
                <a:latin typeface="Garet Bold"/>
                <a:ea typeface="Garet Bold"/>
                <a:cs typeface="Garet Bold"/>
                <a:sym typeface="Garet Bold"/>
              </a:rPr>
              <a:t>c</a:t>
            </a:r>
            <a:r>
              <a:rPr lang="en-US" b="true" sz="1900" strike="noStrike" u="none">
                <a:solidFill>
                  <a:srgbClr val="000066"/>
                </a:solidFill>
                <a:latin typeface="Garet Bold"/>
                <a:ea typeface="Garet Bold"/>
                <a:cs typeface="Garet Bold"/>
                <a:sym typeface="Garet Bold"/>
              </a:rPr>
              <a:t>a</a:t>
            </a:r>
            <a:r>
              <a:rPr lang="en-US" b="true" sz="1900" strike="noStrike" u="none">
                <a:solidFill>
                  <a:srgbClr val="000066"/>
                </a:solidFill>
                <a:latin typeface="Garet Bold"/>
                <a:ea typeface="Garet Bold"/>
                <a:cs typeface="Garet Bold"/>
                <a:sym typeface="Garet Bold"/>
              </a:rPr>
              <a:t>tion </a:t>
            </a:r>
            <a:r>
              <a:rPr lang="en-US" b="true" sz="1900" strike="noStrike" u="none">
                <a:solidFill>
                  <a:srgbClr val="000066"/>
                </a:solidFill>
                <a:latin typeface="Garet Bold"/>
                <a:ea typeface="Garet Bold"/>
                <a:cs typeface="Garet Bold"/>
                <a:sym typeface="Garet Bold"/>
              </a:rPr>
              <a:t>sup</a:t>
            </a:r>
            <a:r>
              <a:rPr lang="en-US" b="true" sz="1900" strike="noStrike" u="none">
                <a:solidFill>
                  <a:srgbClr val="000066"/>
                </a:solidFill>
                <a:latin typeface="Garet Bold"/>
                <a:ea typeface="Garet Bold"/>
                <a:cs typeface="Garet Bold"/>
                <a:sym typeface="Garet Bold"/>
              </a:rPr>
              <a:t>p</a:t>
            </a:r>
            <a:r>
              <a:rPr lang="en-US" b="true" sz="1900" strike="noStrike" u="none">
                <a:solidFill>
                  <a:srgbClr val="000066"/>
                </a:solidFill>
                <a:latin typeface="Garet Bold"/>
                <a:ea typeface="Garet Bold"/>
                <a:cs typeface="Garet Bold"/>
                <a:sym typeface="Garet Bold"/>
              </a:rPr>
              <a:t>o</a:t>
            </a:r>
            <a:r>
              <a:rPr lang="en-US" b="true" sz="1900" strike="noStrike" u="none">
                <a:solidFill>
                  <a:srgbClr val="000066"/>
                </a:solidFill>
                <a:latin typeface="Garet Bold"/>
                <a:ea typeface="Garet Bold"/>
                <a:cs typeface="Garet Bold"/>
                <a:sym typeface="Garet Bold"/>
              </a:rPr>
              <a:t>r</a:t>
            </a:r>
            <a:r>
              <a:rPr lang="en-US" b="true" sz="1900" strike="noStrike" u="none">
                <a:solidFill>
                  <a:srgbClr val="000066"/>
                </a:solidFill>
                <a:latin typeface="Garet Bold"/>
                <a:ea typeface="Garet Bold"/>
                <a:cs typeface="Garet Bold"/>
                <a:sym typeface="Garet Bold"/>
              </a:rPr>
              <a:t>t</a:t>
            </a:r>
          </a:p>
          <a:p>
            <a:pPr algn="l" marL="410227" indent="-205114" lvl="1">
              <a:lnSpc>
                <a:spcPts val="4408"/>
              </a:lnSpc>
              <a:spcBef>
                <a:spcPct val="0"/>
              </a:spcBef>
              <a:buFont typeface="Arial"/>
              <a:buChar char="•"/>
            </a:pPr>
            <a:r>
              <a:rPr lang="en-US" b="true" sz="1900" strike="noStrike" u="none">
                <a:solidFill>
                  <a:srgbClr val="000066"/>
                </a:solidFill>
                <a:latin typeface="Garet Bold"/>
                <a:ea typeface="Garet Bold"/>
                <a:cs typeface="Garet Bold"/>
                <a:sym typeface="Garet Bold"/>
              </a:rPr>
              <a:t>Onl</a:t>
            </a:r>
            <a:r>
              <a:rPr lang="en-US" b="true" sz="1900" strike="noStrike" u="none">
                <a:solidFill>
                  <a:srgbClr val="000066"/>
                </a:solidFill>
                <a:latin typeface="Garet Bold"/>
                <a:ea typeface="Garet Bold"/>
                <a:cs typeface="Garet Bold"/>
                <a:sym typeface="Garet Bold"/>
              </a:rPr>
              <a:t>ine</a:t>
            </a:r>
            <a:r>
              <a:rPr lang="en-US" b="true" sz="1900" strike="noStrike" u="none">
                <a:solidFill>
                  <a:srgbClr val="000066"/>
                </a:solidFill>
                <a:latin typeface="Garet Bold"/>
                <a:ea typeface="Garet Bold"/>
                <a:cs typeface="Garet Bold"/>
                <a:sym typeface="Garet Bold"/>
              </a:rPr>
              <a:t> doc</a:t>
            </a:r>
            <a:r>
              <a:rPr lang="en-US" b="true" sz="1900" strike="noStrike" u="none">
                <a:solidFill>
                  <a:srgbClr val="000066"/>
                </a:solidFill>
                <a:latin typeface="Garet Bold"/>
                <a:ea typeface="Garet Bold"/>
                <a:cs typeface="Garet Bold"/>
                <a:sym typeface="Garet Bold"/>
              </a:rPr>
              <a:t>u</a:t>
            </a:r>
            <a:r>
              <a:rPr lang="en-US" b="true" sz="1900" strike="noStrike" u="none">
                <a:solidFill>
                  <a:srgbClr val="000066"/>
                </a:solidFill>
                <a:latin typeface="Garet Bold"/>
                <a:ea typeface="Garet Bold"/>
                <a:cs typeface="Garet Bold"/>
                <a:sym typeface="Garet Bold"/>
              </a:rPr>
              <a:t>m</a:t>
            </a:r>
            <a:r>
              <a:rPr lang="en-US" b="true" sz="1900" strike="noStrike" u="none">
                <a:solidFill>
                  <a:srgbClr val="000066"/>
                </a:solidFill>
                <a:latin typeface="Garet Bold"/>
                <a:ea typeface="Garet Bold"/>
                <a:cs typeface="Garet Bold"/>
                <a:sym typeface="Garet Bold"/>
              </a:rPr>
              <a:t>e</a:t>
            </a:r>
            <a:r>
              <a:rPr lang="en-US" b="true" sz="1900" strike="noStrike" u="none">
                <a:solidFill>
                  <a:srgbClr val="000066"/>
                </a:solidFill>
                <a:latin typeface="Garet Bold"/>
                <a:ea typeface="Garet Bold"/>
                <a:cs typeface="Garet Bold"/>
                <a:sym typeface="Garet Bold"/>
              </a:rPr>
              <a:t>nt</a:t>
            </a:r>
            <a:r>
              <a:rPr lang="en-US" b="true" sz="1900" strike="noStrike" u="none">
                <a:solidFill>
                  <a:srgbClr val="000066"/>
                </a:solidFill>
                <a:latin typeface="Garet Bold"/>
                <a:ea typeface="Garet Bold"/>
                <a:cs typeface="Garet Bold"/>
                <a:sym typeface="Garet Bold"/>
              </a:rPr>
              <a:t> </a:t>
            </a:r>
            <a:r>
              <a:rPr lang="en-US" b="true" sz="1900" strike="noStrike" u="none">
                <a:solidFill>
                  <a:srgbClr val="000066"/>
                </a:solidFill>
                <a:latin typeface="Garet Bold"/>
                <a:ea typeface="Garet Bold"/>
                <a:cs typeface="Garet Bold"/>
                <a:sym typeface="Garet Bold"/>
              </a:rPr>
              <a:t>v</a:t>
            </a:r>
            <a:r>
              <a:rPr lang="en-US" b="true" sz="1900" strike="noStrike" u="none">
                <a:solidFill>
                  <a:srgbClr val="000066"/>
                </a:solidFill>
                <a:latin typeface="Garet Bold"/>
                <a:ea typeface="Garet Bold"/>
                <a:cs typeface="Garet Bold"/>
                <a:sym typeface="Garet Bold"/>
              </a:rPr>
              <a:t>er</a:t>
            </a:r>
            <a:r>
              <a:rPr lang="en-US" b="true" sz="1900" strike="noStrike" u="none">
                <a:solidFill>
                  <a:srgbClr val="000066"/>
                </a:solidFill>
                <a:latin typeface="Garet Bold"/>
                <a:ea typeface="Garet Bold"/>
                <a:cs typeface="Garet Bold"/>
                <a:sym typeface="Garet Bold"/>
              </a:rPr>
              <a:t>ific</a:t>
            </a:r>
            <a:r>
              <a:rPr lang="en-US" b="true" sz="1900" strike="noStrike" u="none">
                <a:solidFill>
                  <a:srgbClr val="000066"/>
                </a:solidFill>
                <a:latin typeface="Garet Bold"/>
                <a:ea typeface="Garet Bold"/>
                <a:cs typeface="Garet Bold"/>
                <a:sym typeface="Garet Bold"/>
              </a:rPr>
              <a:t>at</a:t>
            </a:r>
            <a:r>
              <a:rPr lang="en-US" b="true" sz="1900" strike="noStrike" u="none">
                <a:solidFill>
                  <a:srgbClr val="000066"/>
                </a:solidFill>
                <a:latin typeface="Garet Bold"/>
                <a:ea typeface="Garet Bold"/>
                <a:cs typeface="Garet Bold"/>
                <a:sym typeface="Garet Bold"/>
              </a:rPr>
              <a:t>ion</a:t>
            </a:r>
          </a:p>
          <a:p>
            <a:pPr algn="l" marL="410227" indent="-205114" lvl="1">
              <a:lnSpc>
                <a:spcPts val="4408"/>
              </a:lnSpc>
              <a:spcBef>
                <a:spcPct val="0"/>
              </a:spcBef>
              <a:buFont typeface="Arial"/>
              <a:buChar char="•"/>
            </a:pPr>
            <a:r>
              <a:rPr lang="en-US" b="true" sz="1900" strike="noStrike" u="none">
                <a:solidFill>
                  <a:srgbClr val="000066"/>
                </a:solidFill>
                <a:latin typeface="Garet Bold"/>
                <a:ea typeface="Garet Bold"/>
                <a:cs typeface="Garet Bold"/>
                <a:sym typeface="Garet Bold"/>
              </a:rPr>
              <a:t>P</a:t>
            </a:r>
            <a:r>
              <a:rPr lang="en-US" b="true" sz="1900" strike="noStrike" u="none">
                <a:solidFill>
                  <a:srgbClr val="000066"/>
                </a:solidFill>
                <a:latin typeface="Garet Bold"/>
                <a:ea typeface="Garet Bold"/>
                <a:cs typeface="Garet Bold"/>
                <a:sym typeface="Garet Bold"/>
              </a:rPr>
              <a:t>a</a:t>
            </a:r>
            <a:r>
              <a:rPr lang="en-US" b="true" sz="1900" strike="noStrike" u="none">
                <a:solidFill>
                  <a:srgbClr val="000066"/>
                </a:solidFill>
                <a:latin typeface="Garet Bold"/>
                <a:ea typeface="Garet Bold"/>
                <a:cs typeface="Garet Bold"/>
                <a:sym typeface="Garet Bold"/>
              </a:rPr>
              <a:t>ym</a:t>
            </a:r>
            <a:r>
              <a:rPr lang="en-US" b="true" sz="1900" strike="noStrike" u="none">
                <a:solidFill>
                  <a:srgbClr val="000066"/>
                </a:solidFill>
                <a:latin typeface="Garet Bold"/>
                <a:ea typeface="Garet Bold"/>
                <a:cs typeface="Garet Bold"/>
                <a:sym typeface="Garet Bold"/>
              </a:rPr>
              <a:t>e</a:t>
            </a:r>
            <a:r>
              <a:rPr lang="en-US" b="true" sz="1900" strike="noStrike" u="none">
                <a:solidFill>
                  <a:srgbClr val="000066"/>
                </a:solidFill>
                <a:latin typeface="Garet Bold"/>
                <a:ea typeface="Garet Bold"/>
                <a:cs typeface="Garet Bold"/>
                <a:sym typeface="Garet Bold"/>
              </a:rPr>
              <a:t>nt</a:t>
            </a:r>
            <a:r>
              <a:rPr lang="en-US" b="true" sz="1900" strike="noStrike" u="none">
                <a:solidFill>
                  <a:srgbClr val="000066"/>
                </a:solidFill>
                <a:latin typeface="Garet Bold"/>
                <a:ea typeface="Garet Bold"/>
                <a:cs typeface="Garet Bold"/>
                <a:sym typeface="Garet Bold"/>
              </a:rPr>
              <a:t> </a:t>
            </a:r>
            <a:r>
              <a:rPr lang="en-US" b="true" sz="1900" strike="noStrike" u="none">
                <a:solidFill>
                  <a:srgbClr val="000066"/>
                </a:solidFill>
                <a:latin typeface="Garet Bold"/>
                <a:ea typeface="Garet Bold"/>
                <a:cs typeface="Garet Bold"/>
                <a:sym typeface="Garet Bold"/>
              </a:rPr>
              <a:t>g</a:t>
            </a:r>
            <a:r>
              <a:rPr lang="en-US" b="true" sz="1900" strike="noStrike" u="none">
                <a:solidFill>
                  <a:srgbClr val="000066"/>
                </a:solidFill>
                <a:latin typeface="Garet Bold"/>
                <a:ea typeface="Garet Bold"/>
                <a:cs typeface="Garet Bold"/>
                <a:sym typeface="Garet Bold"/>
              </a:rPr>
              <a:t>ate</a:t>
            </a:r>
            <a:r>
              <a:rPr lang="en-US" b="true" sz="1900" strike="noStrike" u="none">
                <a:solidFill>
                  <a:srgbClr val="000066"/>
                </a:solidFill>
                <a:latin typeface="Garet Bold"/>
                <a:ea typeface="Garet Bold"/>
                <a:cs typeface="Garet Bold"/>
                <a:sym typeface="Garet Bold"/>
              </a:rPr>
              <a:t>w</a:t>
            </a:r>
            <a:r>
              <a:rPr lang="en-US" b="true" sz="1900" strike="noStrike" u="none">
                <a:solidFill>
                  <a:srgbClr val="000066"/>
                </a:solidFill>
                <a:latin typeface="Garet Bold"/>
                <a:ea typeface="Garet Bold"/>
                <a:cs typeface="Garet Bold"/>
                <a:sym typeface="Garet Bold"/>
              </a:rPr>
              <a:t>a</a:t>
            </a:r>
            <a:r>
              <a:rPr lang="en-US" b="true" sz="1900" strike="noStrike" u="none">
                <a:solidFill>
                  <a:srgbClr val="000066"/>
                </a:solidFill>
                <a:latin typeface="Garet Bold"/>
                <a:ea typeface="Garet Bold"/>
                <a:cs typeface="Garet Bold"/>
                <a:sym typeface="Garet Bold"/>
              </a:rPr>
              <a:t>y i</a:t>
            </a:r>
            <a:r>
              <a:rPr lang="en-US" b="true" sz="1900" strike="noStrike" u="none">
                <a:solidFill>
                  <a:srgbClr val="000066"/>
                </a:solidFill>
                <a:latin typeface="Garet Bold"/>
                <a:ea typeface="Garet Bold"/>
                <a:cs typeface="Garet Bold"/>
                <a:sym typeface="Garet Bold"/>
              </a:rPr>
              <a:t>n</a:t>
            </a:r>
            <a:r>
              <a:rPr lang="en-US" b="true" sz="1900" strike="noStrike" u="none">
                <a:solidFill>
                  <a:srgbClr val="000066"/>
                </a:solidFill>
                <a:latin typeface="Garet Bold"/>
                <a:ea typeface="Garet Bold"/>
                <a:cs typeface="Garet Bold"/>
                <a:sym typeface="Garet Bold"/>
              </a:rPr>
              <a:t>t</a:t>
            </a:r>
            <a:r>
              <a:rPr lang="en-US" b="true" sz="1900" strike="noStrike" u="none">
                <a:solidFill>
                  <a:srgbClr val="000066"/>
                </a:solidFill>
                <a:latin typeface="Garet Bold"/>
                <a:ea typeface="Garet Bold"/>
                <a:cs typeface="Garet Bold"/>
                <a:sym typeface="Garet Bold"/>
              </a:rPr>
              <a:t>e</a:t>
            </a:r>
            <a:r>
              <a:rPr lang="en-US" b="true" sz="1900" strike="noStrike" u="none">
                <a:solidFill>
                  <a:srgbClr val="000066"/>
                </a:solidFill>
                <a:latin typeface="Garet Bold"/>
                <a:ea typeface="Garet Bold"/>
                <a:cs typeface="Garet Bold"/>
                <a:sym typeface="Garet Bold"/>
              </a:rPr>
              <a:t>gr</a:t>
            </a:r>
            <a:r>
              <a:rPr lang="en-US" b="true" sz="1900" strike="noStrike" u="none">
                <a:solidFill>
                  <a:srgbClr val="000066"/>
                </a:solidFill>
                <a:latin typeface="Garet Bold"/>
                <a:ea typeface="Garet Bold"/>
                <a:cs typeface="Garet Bold"/>
                <a:sym typeface="Garet Bold"/>
              </a:rPr>
              <a:t>at</a:t>
            </a:r>
            <a:r>
              <a:rPr lang="en-US" b="true" sz="1900" strike="noStrike" u="none">
                <a:solidFill>
                  <a:srgbClr val="000066"/>
                </a:solidFill>
                <a:latin typeface="Garet Bold"/>
                <a:ea typeface="Garet Bold"/>
                <a:cs typeface="Garet Bold"/>
                <a:sym typeface="Garet Bold"/>
              </a:rPr>
              <a:t>ion</a:t>
            </a:r>
          </a:p>
          <a:p>
            <a:pPr algn="l" marL="410227" indent="-205114" lvl="1">
              <a:lnSpc>
                <a:spcPts val="4408"/>
              </a:lnSpc>
              <a:spcBef>
                <a:spcPct val="0"/>
              </a:spcBef>
              <a:buFont typeface="Arial"/>
              <a:buChar char="•"/>
            </a:pPr>
            <a:r>
              <a:rPr lang="en-US" b="true" sz="1900" strike="noStrike" u="none">
                <a:solidFill>
                  <a:srgbClr val="000066"/>
                </a:solidFill>
                <a:latin typeface="Garet Bold"/>
                <a:ea typeface="Garet Bold"/>
                <a:cs typeface="Garet Bold"/>
                <a:sym typeface="Garet Bold"/>
              </a:rPr>
              <a:t>SMS/Email notifications</a:t>
            </a:r>
          </a:p>
          <a:p>
            <a:pPr algn="l">
              <a:lnSpc>
                <a:spcPts val="4408"/>
              </a:lnSpc>
              <a:spcBef>
                <a:spcPct val="0"/>
              </a:spcBef>
            </a:pPr>
          </a:p>
          <a:p>
            <a:pPr algn="l">
              <a:lnSpc>
                <a:spcPts val="4408"/>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6699FF"/>
        </a:solidFill>
      </p:bgPr>
    </p:bg>
    <p:spTree>
      <p:nvGrpSpPr>
        <p:cNvPr id="1" name=""/>
        <p:cNvGrpSpPr/>
        <p:nvPr/>
      </p:nvGrpSpPr>
      <p:grpSpPr>
        <a:xfrm>
          <a:off x="0" y="0"/>
          <a:ext cx="0" cy="0"/>
          <a:chOff x="0" y="0"/>
          <a:chExt cx="0" cy="0"/>
        </a:xfrm>
      </p:grpSpPr>
      <p:grpSp>
        <p:nvGrpSpPr>
          <p:cNvPr name="Group 2" id="2"/>
          <p:cNvGrpSpPr/>
          <p:nvPr/>
        </p:nvGrpSpPr>
        <p:grpSpPr>
          <a:xfrm rot="0">
            <a:off x="188797" y="407984"/>
            <a:ext cx="17910406" cy="9879016"/>
            <a:chOff x="0" y="0"/>
            <a:chExt cx="4717144" cy="2601881"/>
          </a:xfrm>
        </p:grpSpPr>
        <p:sp>
          <p:nvSpPr>
            <p:cNvPr name="Freeform 3" id="3"/>
            <p:cNvSpPr/>
            <p:nvPr/>
          </p:nvSpPr>
          <p:spPr>
            <a:xfrm flipH="false" flipV="false" rot="0">
              <a:off x="0" y="0"/>
              <a:ext cx="4717144" cy="2601881"/>
            </a:xfrm>
            <a:custGeom>
              <a:avLst/>
              <a:gdLst/>
              <a:ahLst/>
              <a:cxnLst/>
              <a:rect r="r" b="b" t="t" l="l"/>
              <a:pathLst>
                <a:path h="2601881" w="4717144">
                  <a:moveTo>
                    <a:pt x="0" y="0"/>
                  </a:moveTo>
                  <a:lnTo>
                    <a:pt x="4717144" y="0"/>
                  </a:lnTo>
                  <a:lnTo>
                    <a:pt x="4717144" y="2601881"/>
                  </a:lnTo>
                  <a:lnTo>
                    <a:pt x="0" y="2601881"/>
                  </a:lnTo>
                  <a:close/>
                </a:path>
              </a:pathLst>
            </a:custGeom>
            <a:solidFill>
              <a:srgbClr val="FFFFFF"/>
            </a:solidFill>
          </p:spPr>
        </p:sp>
        <p:sp>
          <p:nvSpPr>
            <p:cNvPr name="TextBox 4" id="4"/>
            <p:cNvSpPr txBox="true"/>
            <p:nvPr/>
          </p:nvSpPr>
          <p:spPr>
            <a:xfrm>
              <a:off x="0" y="-38100"/>
              <a:ext cx="4717144" cy="2639981"/>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4564789" y="911126"/>
            <a:ext cx="8677159" cy="1016636"/>
          </a:xfrm>
          <a:prstGeom prst="rect">
            <a:avLst/>
          </a:prstGeom>
        </p:spPr>
        <p:txBody>
          <a:bodyPr anchor="t" rtlCol="false" tIns="0" lIns="0" bIns="0" rIns="0">
            <a:spAutoFit/>
          </a:bodyPr>
          <a:lstStyle/>
          <a:p>
            <a:pPr algn="ctr" marL="0" indent="0" lvl="0">
              <a:lnSpc>
                <a:spcPts val="7520"/>
              </a:lnSpc>
              <a:spcBef>
                <a:spcPct val="0"/>
              </a:spcBef>
            </a:pPr>
            <a:r>
              <a:rPr lang="en-US" b="true" sz="8000">
                <a:solidFill>
                  <a:srgbClr val="000066"/>
                </a:solidFill>
                <a:latin typeface="Canva Sans Bold"/>
                <a:ea typeface="Canva Sans Bold"/>
                <a:cs typeface="Canva Sans Bold"/>
                <a:sym typeface="Canva Sans Bold"/>
              </a:rPr>
              <a:t>Conclusion</a:t>
            </a:r>
          </a:p>
        </p:txBody>
      </p:sp>
      <p:sp>
        <p:nvSpPr>
          <p:cNvPr name="TextBox 6" id="6"/>
          <p:cNvSpPr txBox="true"/>
          <p:nvPr/>
        </p:nvSpPr>
        <p:spPr>
          <a:xfrm rot="0">
            <a:off x="2739307" y="3547938"/>
            <a:ext cx="12666400" cy="5266437"/>
          </a:xfrm>
          <a:prstGeom prst="rect">
            <a:avLst/>
          </a:prstGeom>
        </p:spPr>
        <p:txBody>
          <a:bodyPr anchor="t" rtlCol="false" tIns="0" lIns="0" bIns="0" rIns="0">
            <a:spAutoFit/>
          </a:bodyPr>
          <a:lstStyle/>
          <a:p>
            <a:pPr algn="just" marL="672387" indent="-336194" lvl="1">
              <a:lnSpc>
                <a:spcPts val="3519"/>
              </a:lnSpc>
              <a:buFont typeface="Arial"/>
              <a:buChar char="•"/>
            </a:pPr>
            <a:r>
              <a:rPr lang="en-US" b="true" sz="3114">
                <a:solidFill>
                  <a:srgbClr val="000000"/>
                </a:solidFill>
                <a:latin typeface="Canva Sans Bold"/>
                <a:ea typeface="Canva Sans Bold"/>
                <a:cs typeface="Canva Sans Bold"/>
                <a:sym typeface="Canva Sans Bold"/>
              </a:rPr>
              <a:t>Simplifies Admission Process :</a:t>
            </a:r>
            <a:r>
              <a:rPr lang="en-US" sz="3114">
                <a:solidFill>
                  <a:srgbClr val="000000"/>
                </a:solidFill>
                <a:latin typeface="Canva Sans"/>
                <a:ea typeface="Canva Sans"/>
                <a:cs typeface="Canva Sans"/>
                <a:sym typeface="Canva Sans"/>
              </a:rPr>
              <a:t> </a:t>
            </a:r>
            <a:r>
              <a:rPr lang="en-US" sz="3114">
                <a:solidFill>
                  <a:srgbClr val="000000"/>
                </a:solidFill>
                <a:latin typeface="Canva Sans"/>
                <a:ea typeface="Canva Sans"/>
                <a:cs typeface="Canva Sans"/>
                <a:sym typeface="Canva Sans"/>
              </a:rPr>
              <a:t>Provides a centralized platform that makes the admission process simple and organized.</a:t>
            </a:r>
          </a:p>
          <a:p>
            <a:pPr algn="just">
              <a:lnSpc>
                <a:spcPts val="3519"/>
              </a:lnSpc>
            </a:pPr>
          </a:p>
          <a:p>
            <a:pPr algn="just" marL="672387" indent="-336194" lvl="1">
              <a:lnSpc>
                <a:spcPts val="3519"/>
              </a:lnSpc>
              <a:buFont typeface="Arial"/>
              <a:buChar char="•"/>
            </a:pPr>
            <a:r>
              <a:rPr lang="en-US" b="true" sz="3114">
                <a:solidFill>
                  <a:srgbClr val="000000"/>
                </a:solidFill>
                <a:latin typeface="Canva Sans Bold"/>
                <a:ea typeface="Canva Sans Bold"/>
                <a:cs typeface="Canva Sans Bold"/>
                <a:sym typeface="Canva Sans Bold"/>
              </a:rPr>
              <a:t>Reduces Manual Work: </a:t>
            </a:r>
            <a:r>
              <a:rPr lang="en-US" sz="3114">
                <a:solidFill>
                  <a:srgbClr val="000000"/>
                </a:solidFill>
                <a:latin typeface="Canva Sans"/>
                <a:ea typeface="Canva Sans"/>
                <a:cs typeface="Canva Sans"/>
                <a:sym typeface="Canva Sans"/>
              </a:rPr>
              <a:t>Reduces pape</a:t>
            </a:r>
            <a:r>
              <a:rPr lang="en-US" sz="3114" strike="noStrike" u="none">
                <a:solidFill>
                  <a:srgbClr val="000000"/>
                </a:solidFill>
                <a:latin typeface="Canva Sans"/>
                <a:ea typeface="Canva Sans"/>
                <a:cs typeface="Canva Sans"/>
                <a:sym typeface="Canva Sans"/>
              </a:rPr>
              <a:t>rwork and avoids repeated form filling for multiple schools.</a:t>
            </a:r>
          </a:p>
          <a:p>
            <a:pPr algn="just">
              <a:lnSpc>
                <a:spcPts val="3519"/>
              </a:lnSpc>
            </a:pPr>
          </a:p>
          <a:p>
            <a:pPr algn="just" marL="672387" indent="-336194" lvl="1">
              <a:lnSpc>
                <a:spcPts val="3519"/>
              </a:lnSpc>
              <a:buFont typeface="Arial"/>
              <a:buChar char="•"/>
            </a:pPr>
            <a:r>
              <a:rPr lang="en-US" b="true" sz="3114" strike="noStrike" u="none">
                <a:solidFill>
                  <a:srgbClr val="000000"/>
                </a:solidFill>
                <a:latin typeface="Canva Sans Bold"/>
                <a:ea typeface="Canva Sans Bold"/>
                <a:cs typeface="Canva Sans Bold"/>
                <a:sym typeface="Canva Sans Bold"/>
              </a:rPr>
              <a:t>Improves Transparenc</a:t>
            </a:r>
            <a:r>
              <a:rPr lang="en-US" b="true" sz="3114" strike="noStrike" u="none">
                <a:solidFill>
                  <a:srgbClr val="000000"/>
                </a:solidFill>
                <a:latin typeface="Canva Sans Bold"/>
                <a:ea typeface="Canva Sans Bold"/>
                <a:cs typeface="Canva Sans Bold"/>
                <a:sym typeface="Canva Sans Bold"/>
              </a:rPr>
              <a:t>y :</a:t>
            </a:r>
            <a:r>
              <a:rPr lang="en-US" sz="3114" strike="noStrike" u="none">
                <a:solidFill>
                  <a:srgbClr val="000000"/>
                </a:solidFill>
                <a:latin typeface="Canva Sans"/>
                <a:ea typeface="Canva Sans"/>
                <a:cs typeface="Canva Sans"/>
                <a:sym typeface="Canva Sans"/>
              </a:rPr>
              <a:t> </a:t>
            </a:r>
            <a:r>
              <a:rPr lang="en-US" sz="3114" strike="noStrike" u="none">
                <a:solidFill>
                  <a:srgbClr val="000000"/>
                </a:solidFill>
                <a:latin typeface="Canva Sans"/>
                <a:ea typeface="Canva Sans"/>
                <a:cs typeface="Canva Sans"/>
                <a:sym typeface="Canva Sans"/>
              </a:rPr>
              <a:t>Allows pa</a:t>
            </a:r>
            <a:r>
              <a:rPr lang="en-US" sz="3114" strike="noStrike" u="none">
                <a:solidFill>
                  <a:srgbClr val="000000"/>
                </a:solidFill>
                <a:latin typeface="Canva Sans"/>
                <a:ea typeface="Canva Sans"/>
                <a:cs typeface="Canva Sans"/>
                <a:sym typeface="Canva Sans"/>
              </a:rPr>
              <a:t>re</a:t>
            </a:r>
            <a:r>
              <a:rPr lang="en-US" sz="3114" strike="noStrike" u="none">
                <a:solidFill>
                  <a:srgbClr val="000000"/>
                </a:solidFill>
                <a:latin typeface="Canva Sans"/>
                <a:ea typeface="Canva Sans"/>
                <a:cs typeface="Canva Sans"/>
                <a:sym typeface="Canva Sans"/>
              </a:rPr>
              <a:t>nts to track applic</a:t>
            </a:r>
            <a:r>
              <a:rPr lang="en-US" sz="3114" strike="noStrike" u="none">
                <a:solidFill>
                  <a:srgbClr val="000000"/>
                </a:solidFill>
                <a:latin typeface="Canva Sans"/>
                <a:ea typeface="Canva Sans"/>
                <a:cs typeface="Canva Sans"/>
                <a:sym typeface="Canva Sans"/>
              </a:rPr>
              <a:t>at</a:t>
            </a:r>
            <a:r>
              <a:rPr lang="en-US" sz="3114" strike="noStrike" u="none">
                <a:solidFill>
                  <a:srgbClr val="000000"/>
                </a:solidFill>
                <a:latin typeface="Canva Sans"/>
                <a:ea typeface="Canva Sans"/>
                <a:cs typeface="Canva Sans"/>
                <a:sym typeface="Canva Sans"/>
              </a:rPr>
              <a:t>ion </a:t>
            </a:r>
            <a:r>
              <a:rPr lang="en-US" sz="3114" strike="noStrike" u="none">
                <a:solidFill>
                  <a:srgbClr val="000000"/>
                </a:solidFill>
                <a:latin typeface="Canva Sans"/>
                <a:ea typeface="Canva Sans"/>
                <a:cs typeface="Canva Sans"/>
                <a:sym typeface="Canva Sans"/>
              </a:rPr>
              <a:t>status and improves communication with schools.</a:t>
            </a:r>
          </a:p>
          <a:p>
            <a:pPr algn="just">
              <a:lnSpc>
                <a:spcPts val="3519"/>
              </a:lnSpc>
            </a:pPr>
          </a:p>
          <a:p>
            <a:pPr algn="just" marL="672387" indent="-336194" lvl="1">
              <a:lnSpc>
                <a:spcPts val="3519"/>
              </a:lnSpc>
              <a:buFont typeface="Arial"/>
              <a:buChar char="•"/>
            </a:pPr>
            <a:r>
              <a:rPr lang="en-US" b="true" sz="3114" strike="noStrike" u="none">
                <a:solidFill>
                  <a:srgbClr val="000000"/>
                </a:solidFill>
                <a:latin typeface="Canva Sans Bold"/>
                <a:ea typeface="Canva Sans Bold"/>
                <a:cs typeface="Canva Sans Bold"/>
                <a:sym typeface="Canva Sans Bold"/>
              </a:rPr>
              <a:t>Saves Time :</a:t>
            </a:r>
            <a:r>
              <a:rPr lang="en-US" sz="3114" strike="noStrike" u="none">
                <a:solidFill>
                  <a:srgbClr val="000000"/>
                </a:solidFill>
                <a:latin typeface="Canva Sans"/>
                <a:ea typeface="Canva Sans"/>
                <a:cs typeface="Canva Sans"/>
                <a:sym typeface="Canva Sans"/>
              </a:rPr>
              <a:t>Speeds up the admission process and reduces unnecessary visits to schools.</a:t>
            </a:r>
          </a:p>
          <a:p>
            <a:pPr algn="just">
              <a:lnSpc>
                <a:spcPts val="3519"/>
              </a:lnSpc>
            </a:pPr>
          </a:p>
        </p:txBody>
      </p:sp>
      <p:grpSp>
        <p:nvGrpSpPr>
          <p:cNvPr name="Group 7" id="7"/>
          <p:cNvGrpSpPr/>
          <p:nvPr/>
        </p:nvGrpSpPr>
        <p:grpSpPr>
          <a:xfrm rot="-2699999">
            <a:off x="16225361" y="5634287"/>
            <a:ext cx="5689382" cy="5225239"/>
            <a:chOff x="0" y="0"/>
            <a:chExt cx="3940215" cy="3618770"/>
          </a:xfrm>
        </p:grpSpPr>
        <p:sp>
          <p:nvSpPr>
            <p:cNvPr name="Freeform 8" id="8"/>
            <p:cNvSpPr/>
            <p:nvPr/>
          </p:nvSpPr>
          <p:spPr>
            <a:xfrm flipH="false" flipV="false" rot="0">
              <a:off x="0" y="0"/>
              <a:ext cx="3940215" cy="3618770"/>
            </a:xfrm>
            <a:custGeom>
              <a:avLst/>
              <a:gdLst/>
              <a:ahLst/>
              <a:cxnLst/>
              <a:rect r="r" b="b" t="t" l="l"/>
              <a:pathLst>
                <a:path h="3618770" w="3940215">
                  <a:moveTo>
                    <a:pt x="0" y="0"/>
                  </a:moveTo>
                  <a:lnTo>
                    <a:pt x="3940215" y="0"/>
                  </a:lnTo>
                  <a:lnTo>
                    <a:pt x="3940215" y="3618770"/>
                  </a:lnTo>
                  <a:lnTo>
                    <a:pt x="0" y="3618770"/>
                  </a:lnTo>
                  <a:close/>
                </a:path>
              </a:pathLst>
            </a:custGeom>
            <a:solidFill>
              <a:srgbClr val="000066"/>
            </a:solidFill>
          </p:spPr>
        </p:sp>
        <p:sp>
          <p:nvSpPr>
            <p:cNvPr name="TextBox 9" id="9"/>
            <p:cNvSpPr txBox="true"/>
            <p:nvPr/>
          </p:nvSpPr>
          <p:spPr>
            <a:xfrm>
              <a:off x="0" y="-38100"/>
              <a:ext cx="3940215" cy="3656870"/>
            </a:xfrm>
            <a:prstGeom prst="rect">
              <a:avLst/>
            </a:prstGeom>
          </p:spPr>
          <p:txBody>
            <a:bodyPr anchor="ctr" rtlCol="false" tIns="46654" lIns="46654" bIns="46654" rIns="46654"/>
            <a:lstStyle/>
            <a:p>
              <a:pPr algn="ctr">
                <a:lnSpc>
                  <a:spcPts val="1800"/>
                </a:lnSpc>
                <a:spcBef>
                  <a:spcPct val="0"/>
                </a:spcBef>
              </a:pPr>
            </a:p>
          </p:txBody>
        </p:sp>
      </p:grpSp>
      <p:grpSp>
        <p:nvGrpSpPr>
          <p:cNvPr name="Group 10" id="10"/>
          <p:cNvGrpSpPr/>
          <p:nvPr/>
        </p:nvGrpSpPr>
        <p:grpSpPr>
          <a:xfrm rot="-2699999">
            <a:off x="783558" y="-115326"/>
            <a:ext cx="3123056" cy="2975850"/>
            <a:chOff x="0" y="0"/>
            <a:chExt cx="2162891" cy="2060943"/>
          </a:xfrm>
        </p:grpSpPr>
        <p:sp>
          <p:nvSpPr>
            <p:cNvPr name="Freeform 11" id="11"/>
            <p:cNvSpPr/>
            <p:nvPr/>
          </p:nvSpPr>
          <p:spPr>
            <a:xfrm flipH="false" flipV="false" rot="0">
              <a:off x="0" y="0"/>
              <a:ext cx="2162891" cy="2060943"/>
            </a:xfrm>
            <a:custGeom>
              <a:avLst/>
              <a:gdLst/>
              <a:ahLst/>
              <a:cxnLst/>
              <a:rect r="r" b="b" t="t" l="l"/>
              <a:pathLst>
                <a:path h="2060943" w="2162891">
                  <a:moveTo>
                    <a:pt x="0" y="0"/>
                  </a:moveTo>
                  <a:lnTo>
                    <a:pt x="2162891" y="0"/>
                  </a:lnTo>
                  <a:lnTo>
                    <a:pt x="2162891" y="2060943"/>
                  </a:lnTo>
                  <a:lnTo>
                    <a:pt x="0" y="2060943"/>
                  </a:lnTo>
                  <a:close/>
                </a:path>
              </a:pathLst>
            </a:custGeom>
            <a:solidFill>
              <a:srgbClr val="000066"/>
            </a:solidFill>
          </p:spPr>
        </p:sp>
        <p:sp>
          <p:nvSpPr>
            <p:cNvPr name="TextBox 12" id="12"/>
            <p:cNvSpPr txBox="true"/>
            <p:nvPr/>
          </p:nvSpPr>
          <p:spPr>
            <a:xfrm>
              <a:off x="0" y="-38100"/>
              <a:ext cx="2162891" cy="2099043"/>
            </a:xfrm>
            <a:prstGeom prst="rect">
              <a:avLst/>
            </a:prstGeom>
          </p:spPr>
          <p:txBody>
            <a:bodyPr anchor="ctr" rtlCol="false" tIns="46654" lIns="46654" bIns="46654" rIns="46654"/>
            <a:lstStyle/>
            <a:p>
              <a:pPr algn="ctr">
                <a:lnSpc>
                  <a:spcPts val="1800"/>
                </a:lnSpc>
                <a:spcBef>
                  <a:spcPct val="0"/>
                </a:spcBef>
              </a:pPr>
            </a:p>
          </p:txBody>
        </p:sp>
      </p:grpSp>
      <p:grpSp>
        <p:nvGrpSpPr>
          <p:cNvPr name="Group 13" id="13"/>
          <p:cNvGrpSpPr/>
          <p:nvPr/>
        </p:nvGrpSpPr>
        <p:grpSpPr>
          <a:xfrm rot="-2699999">
            <a:off x="15695767" y="-237631"/>
            <a:ext cx="3710433" cy="3672687"/>
            <a:chOff x="0" y="0"/>
            <a:chExt cx="2569682" cy="2543541"/>
          </a:xfrm>
        </p:grpSpPr>
        <p:sp>
          <p:nvSpPr>
            <p:cNvPr name="Freeform 14" id="14"/>
            <p:cNvSpPr/>
            <p:nvPr/>
          </p:nvSpPr>
          <p:spPr>
            <a:xfrm flipH="false" flipV="false" rot="0">
              <a:off x="0" y="0"/>
              <a:ext cx="2569682" cy="2543541"/>
            </a:xfrm>
            <a:custGeom>
              <a:avLst/>
              <a:gdLst/>
              <a:ahLst/>
              <a:cxnLst/>
              <a:rect r="r" b="b" t="t" l="l"/>
              <a:pathLst>
                <a:path h="2543541" w="2569682">
                  <a:moveTo>
                    <a:pt x="0" y="0"/>
                  </a:moveTo>
                  <a:lnTo>
                    <a:pt x="2569682" y="0"/>
                  </a:lnTo>
                  <a:lnTo>
                    <a:pt x="2569682" y="2543541"/>
                  </a:lnTo>
                  <a:lnTo>
                    <a:pt x="0" y="2543541"/>
                  </a:lnTo>
                  <a:close/>
                </a:path>
              </a:pathLst>
            </a:custGeom>
            <a:solidFill>
              <a:srgbClr val="6699FF"/>
            </a:solidFill>
          </p:spPr>
        </p:sp>
        <p:sp>
          <p:nvSpPr>
            <p:cNvPr name="TextBox 15" id="15"/>
            <p:cNvSpPr txBox="true"/>
            <p:nvPr/>
          </p:nvSpPr>
          <p:spPr>
            <a:xfrm>
              <a:off x="0" y="-38100"/>
              <a:ext cx="2569682" cy="2581641"/>
            </a:xfrm>
            <a:prstGeom prst="rect">
              <a:avLst/>
            </a:prstGeom>
          </p:spPr>
          <p:txBody>
            <a:bodyPr anchor="ctr" rtlCol="false" tIns="46654" lIns="46654" bIns="46654" rIns="46654"/>
            <a:lstStyle/>
            <a:p>
              <a:pPr algn="ctr">
                <a:lnSpc>
                  <a:spcPts val="1800"/>
                </a:lnSpc>
                <a:spcBef>
                  <a:spcPct val="0"/>
                </a:spcBef>
              </a:pPr>
            </a:p>
          </p:txBody>
        </p:sp>
      </p:grpSp>
      <p:grpSp>
        <p:nvGrpSpPr>
          <p:cNvPr name="Group 16" id="16"/>
          <p:cNvGrpSpPr/>
          <p:nvPr/>
        </p:nvGrpSpPr>
        <p:grpSpPr>
          <a:xfrm rot="-2699999">
            <a:off x="-784547" y="7826951"/>
            <a:ext cx="4444778" cy="4399562"/>
            <a:chOff x="0" y="0"/>
            <a:chExt cx="3078258" cy="3046943"/>
          </a:xfrm>
        </p:grpSpPr>
        <p:sp>
          <p:nvSpPr>
            <p:cNvPr name="Freeform 17" id="17"/>
            <p:cNvSpPr/>
            <p:nvPr/>
          </p:nvSpPr>
          <p:spPr>
            <a:xfrm flipH="false" flipV="false" rot="0">
              <a:off x="0" y="0"/>
              <a:ext cx="3078258" cy="3046943"/>
            </a:xfrm>
            <a:custGeom>
              <a:avLst/>
              <a:gdLst/>
              <a:ahLst/>
              <a:cxnLst/>
              <a:rect r="r" b="b" t="t" l="l"/>
              <a:pathLst>
                <a:path h="3046943" w="3078258">
                  <a:moveTo>
                    <a:pt x="0" y="0"/>
                  </a:moveTo>
                  <a:lnTo>
                    <a:pt x="3078258" y="0"/>
                  </a:lnTo>
                  <a:lnTo>
                    <a:pt x="3078258" y="3046943"/>
                  </a:lnTo>
                  <a:lnTo>
                    <a:pt x="0" y="3046943"/>
                  </a:lnTo>
                  <a:close/>
                </a:path>
              </a:pathLst>
            </a:custGeom>
            <a:solidFill>
              <a:srgbClr val="6699FF"/>
            </a:solidFill>
          </p:spPr>
        </p:sp>
        <p:sp>
          <p:nvSpPr>
            <p:cNvPr name="TextBox 18" id="18"/>
            <p:cNvSpPr txBox="true"/>
            <p:nvPr/>
          </p:nvSpPr>
          <p:spPr>
            <a:xfrm>
              <a:off x="0" y="-38100"/>
              <a:ext cx="3078258" cy="3085043"/>
            </a:xfrm>
            <a:prstGeom prst="rect">
              <a:avLst/>
            </a:prstGeom>
          </p:spPr>
          <p:txBody>
            <a:bodyPr anchor="ctr" rtlCol="false" tIns="46654" lIns="46654" bIns="46654" rIns="46654"/>
            <a:lstStyle/>
            <a:p>
              <a:pPr algn="ctr">
                <a:lnSpc>
                  <a:spcPts val="1800"/>
                </a:lnSpc>
                <a:spcBef>
                  <a:spcPct val="0"/>
                </a:spcBef>
              </a:pPr>
            </a:p>
          </p:txBody>
        </p:sp>
      </p:grpSp>
      <p:grpSp>
        <p:nvGrpSpPr>
          <p:cNvPr name="Group 19" id="19"/>
          <p:cNvGrpSpPr/>
          <p:nvPr/>
        </p:nvGrpSpPr>
        <p:grpSpPr>
          <a:xfrm rot="-2699999">
            <a:off x="-2233903" y="2801262"/>
            <a:ext cx="4544006" cy="4497780"/>
            <a:chOff x="0" y="0"/>
            <a:chExt cx="3146978" cy="3114964"/>
          </a:xfrm>
        </p:grpSpPr>
        <p:sp>
          <p:nvSpPr>
            <p:cNvPr name="Freeform 20" id="20"/>
            <p:cNvSpPr/>
            <p:nvPr/>
          </p:nvSpPr>
          <p:spPr>
            <a:xfrm flipH="false" flipV="false" rot="0">
              <a:off x="0" y="0"/>
              <a:ext cx="3146978" cy="3114964"/>
            </a:xfrm>
            <a:custGeom>
              <a:avLst/>
              <a:gdLst/>
              <a:ahLst/>
              <a:cxnLst/>
              <a:rect r="r" b="b" t="t" l="l"/>
              <a:pathLst>
                <a:path h="3114964" w="3146978">
                  <a:moveTo>
                    <a:pt x="0" y="0"/>
                  </a:moveTo>
                  <a:lnTo>
                    <a:pt x="3146978" y="0"/>
                  </a:lnTo>
                  <a:lnTo>
                    <a:pt x="3146978" y="3114964"/>
                  </a:lnTo>
                  <a:lnTo>
                    <a:pt x="0" y="3114964"/>
                  </a:lnTo>
                  <a:close/>
                </a:path>
              </a:pathLst>
            </a:custGeom>
            <a:solidFill>
              <a:srgbClr val="336699"/>
            </a:solidFill>
          </p:spPr>
        </p:sp>
        <p:sp>
          <p:nvSpPr>
            <p:cNvPr name="TextBox 21" id="21"/>
            <p:cNvSpPr txBox="true"/>
            <p:nvPr/>
          </p:nvSpPr>
          <p:spPr>
            <a:xfrm>
              <a:off x="0" y="-38100"/>
              <a:ext cx="3146978" cy="3153064"/>
            </a:xfrm>
            <a:prstGeom prst="rect">
              <a:avLst/>
            </a:prstGeom>
          </p:spPr>
          <p:txBody>
            <a:bodyPr anchor="ctr" rtlCol="false" tIns="46654" lIns="46654" bIns="46654" rIns="46654"/>
            <a:lstStyle/>
            <a:p>
              <a:pPr algn="ctr">
                <a:lnSpc>
                  <a:spcPts val="1800"/>
                </a:lnSpc>
                <a:spcBef>
                  <a:spcPct val="0"/>
                </a:spcBef>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6699FF"/>
        </a:solidFill>
      </p:bgPr>
    </p:bg>
    <p:spTree>
      <p:nvGrpSpPr>
        <p:cNvPr id="1" name=""/>
        <p:cNvGrpSpPr/>
        <p:nvPr/>
      </p:nvGrpSpPr>
      <p:grpSpPr>
        <a:xfrm>
          <a:off x="0" y="0"/>
          <a:ext cx="0" cy="0"/>
          <a:chOff x="0" y="0"/>
          <a:chExt cx="0" cy="0"/>
        </a:xfrm>
      </p:grpSpPr>
      <p:grpSp>
        <p:nvGrpSpPr>
          <p:cNvPr name="Group 2" id="2"/>
          <p:cNvGrpSpPr/>
          <p:nvPr/>
        </p:nvGrpSpPr>
        <p:grpSpPr>
          <a:xfrm rot="0">
            <a:off x="583018" y="-538710"/>
            <a:ext cx="17910406" cy="9879016"/>
            <a:chOff x="0" y="0"/>
            <a:chExt cx="4717144" cy="2601881"/>
          </a:xfrm>
        </p:grpSpPr>
        <p:sp>
          <p:nvSpPr>
            <p:cNvPr name="Freeform 3" id="3"/>
            <p:cNvSpPr/>
            <p:nvPr/>
          </p:nvSpPr>
          <p:spPr>
            <a:xfrm flipH="false" flipV="false" rot="0">
              <a:off x="0" y="0"/>
              <a:ext cx="4717144" cy="2601881"/>
            </a:xfrm>
            <a:custGeom>
              <a:avLst/>
              <a:gdLst/>
              <a:ahLst/>
              <a:cxnLst/>
              <a:rect r="r" b="b" t="t" l="l"/>
              <a:pathLst>
                <a:path h="2601881" w="4717144">
                  <a:moveTo>
                    <a:pt x="0" y="0"/>
                  </a:moveTo>
                  <a:lnTo>
                    <a:pt x="4717144" y="0"/>
                  </a:lnTo>
                  <a:lnTo>
                    <a:pt x="4717144" y="2601881"/>
                  </a:lnTo>
                  <a:lnTo>
                    <a:pt x="0" y="2601881"/>
                  </a:lnTo>
                  <a:close/>
                </a:path>
              </a:pathLst>
            </a:custGeom>
            <a:solidFill>
              <a:srgbClr val="FFFFFF"/>
            </a:solidFill>
          </p:spPr>
        </p:sp>
        <p:sp>
          <p:nvSpPr>
            <p:cNvPr name="TextBox 4" id="4"/>
            <p:cNvSpPr txBox="true"/>
            <p:nvPr/>
          </p:nvSpPr>
          <p:spPr>
            <a:xfrm>
              <a:off x="0" y="-38100"/>
              <a:ext cx="4717144" cy="2639981"/>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4749176" y="836762"/>
            <a:ext cx="8677159" cy="1016636"/>
          </a:xfrm>
          <a:prstGeom prst="rect">
            <a:avLst/>
          </a:prstGeom>
        </p:spPr>
        <p:txBody>
          <a:bodyPr anchor="t" rtlCol="false" tIns="0" lIns="0" bIns="0" rIns="0">
            <a:spAutoFit/>
          </a:bodyPr>
          <a:lstStyle/>
          <a:p>
            <a:pPr algn="ctr" marL="0" indent="0" lvl="0">
              <a:lnSpc>
                <a:spcPts val="7520"/>
              </a:lnSpc>
              <a:spcBef>
                <a:spcPct val="0"/>
              </a:spcBef>
            </a:pPr>
            <a:r>
              <a:rPr lang="en-US" b="true" sz="8000">
                <a:solidFill>
                  <a:srgbClr val="000066"/>
                </a:solidFill>
                <a:latin typeface="Canva Sans Bold"/>
                <a:ea typeface="Canva Sans Bold"/>
                <a:cs typeface="Canva Sans Bold"/>
                <a:sym typeface="Canva Sans Bold"/>
              </a:rPr>
              <a:t>Bibliography</a:t>
            </a:r>
          </a:p>
        </p:txBody>
      </p:sp>
      <p:sp>
        <p:nvSpPr>
          <p:cNvPr name="TextBox 6" id="6"/>
          <p:cNvSpPr txBox="true"/>
          <p:nvPr/>
        </p:nvSpPr>
        <p:spPr>
          <a:xfrm rot="0">
            <a:off x="5102566" y="2532840"/>
            <a:ext cx="8677159" cy="5998845"/>
          </a:xfrm>
          <a:prstGeom prst="rect">
            <a:avLst/>
          </a:prstGeom>
        </p:spPr>
        <p:txBody>
          <a:bodyPr anchor="t" rtlCol="false" tIns="0" lIns="0" bIns="0" rIns="0">
            <a:spAutoFit/>
          </a:bodyPr>
          <a:lstStyle/>
          <a:p>
            <a:pPr algn="l" marL="647700" indent="-323850" lvl="1">
              <a:lnSpc>
                <a:spcPts val="3390"/>
              </a:lnSpc>
              <a:buFont typeface="Arial"/>
              <a:buChar char="•"/>
            </a:pPr>
            <a:r>
              <a:rPr lang="en-US" b="true" sz="3000">
                <a:solidFill>
                  <a:srgbClr val="000000"/>
                </a:solidFill>
                <a:latin typeface="Canva Sans Bold"/>
                <a:ea typeface="Canva Sans Bold"/>
                <a:cs typeface="Canva Sans Bold"/>
                <a:sym typeface="Canva Sans Bold"/>
              </a:rPr>
              <a:t>Mic</a:t>
            </a:r>
            <a:r>
              <a:rPr lang="en-US" b="true" sz="3000" strike="noStrike" u="none">
                <a:solidFill>
                  <a:srgbClr val="000000"/>
                </a:solidFill>
                <a:latin typeface="Canva Sans Bold"/>
                <a:ea typeface="Canva Sans Bold"/>
                <a:cs typeface="Canva Sans Bold"/>
                <a:sym typeface="Canva Sans Bold"/>
              </a:rPr>
              <a:t>r</a:t>
            </a:r>
            <a:r>
              <a:rPr lang="en-US" b="true" sz="3000" strike="noStrike" u="none">
                <a:solidFill>
                  <a:srgbClr val="000000"/>
                </a:solidFill>
                <a:latin typeface="Canva Sans Bold"/>
                <a:ea typeface="Canva Sans Bold"/>
                <a:cs typeface="Canva Sans Bold"/>
                <a:sym typeface="Canva Sans Bold"/>
              </a:rPr>
              <a:t>osoft Docum</a:t>
            </a:r>
            <a:r>
              <a:rPr lang="en-US" b="true" sz="3000" strike="noStrike" u="none">
                <a:solidFill>
                  <a:srgbClr val="000000"/>
                </a:solidFill>
                <a:latin typeface="Canva Sans Bold"/>
                <a:ea typeface="Canva Sans Bold"/>
                <a:cs typeface="Canva Sans Bold"/>
                <a:sym typeface="Canva Sans Bold"/>
              </a:rPr>
              <a:t>e</a:t>
            </a:r>
            <a:r>
              <a:rPr lang="en-US" b="true" sz="3000" strike="noStrike" u="none">
                <a:solidFill>
                  <a:srgbClr val="000000"/>
                </a:solidFill>
                <a:latin typeface="Canva Sans Bold"/>
                <a:ea typeface="Canva Sans Bold"/>
                <a:cs typeface="Canva Sans Bold"/>
                <a:sym typeface="Canva Sans Bold"/>
              </a:rPr>
              <a:t>nt</a:t>
            </a:r>
            <a:r>
              <a:rPr lang="en-US" b="true" sz="3000" strike="noStrike" u="none">
                <a:solidFill>
                  <a:srgbClr val="000000"/>
                </a:solidFill>
                <a:latin typeface="Canva Sans Bold"/>
                <a:ea typeface="Canva Sans Bold"/>
                <a:cs typeface="Canva Sans Bold"/>
                <a:sym typeface="Canva Sans Bold"/>
              </a:rPr>
              <a:t>a</a:t>
            </a:r>
            <a:r>
              <a:rPr lang="en-US" b="true" sz="3000" strike="noStrike" u="none">
                <a:solidFill>
                  <a:srgbClr val="000000"/>
                </a:solidFill>
                <a:latin typeface="Canva Sans Bold"/>
                <a:ea typeface="Canva Sans Bold"/>
                <a:cs typeface="Canva Sans Bold"/>
                <a:sym typeface="Canva Sans Bold"/>
              </a:rPr>
              <a:t>tion for ASP.NET</a:t>
            </a:r>
          </a:p>
          <a:p>
            <a:pPr algn="ctr" marL="0" indent="0" lvl="0">
              <a:lnSpc>
                <a:spcPts val="3390"/>
              </a:lnSpc>
              <a:spcBef>
                <a:spcPct val="0"/>
              </a:spcBef>
            </a:pPr>
            <a:r>
              <a:rPr lang="en-US" b="true" sz="3000" strike="noStrike" u="none">
                <a:solidFill>
                  <a:srgbClr val="000000"/>
                </a:solidFill>
                <a:latin typeface="Canva Sans Bold"/>
                <a:ea typeface="Canva Sans Bold"/>
                <a:cs typeface="Canva Sans Bold"/>
                <a:sym typeface="Canva Sans Bold"/>
              </a:rPr>
              <a:t>(</a:t>
            </a:r>
            <a:r>
              <a:rPr lang="en-US" b="true" sz="3000" strike="noStrike" u="sng">
                <a:solidFill>
                  <a:srgbClr val="000000"/>
                </a:solidFill>
                <a:latin typeface="Canva Sans Bold"/>
                <a:ea typeface="Canva Sans Bold"/>
                <a:cs typeface="Canva Sans Bold"/>
                <a:sym typeface="Canva Sans Bold"/>
                <a:hlinkClick r:id="rId2" tooltip="https://learn.microsoft.com"/>
              </a:rPr>
              <a:t>https://</a:t>
            </a:r>
            <a:r>
              <a:rPr lang="en-US" b="true" sz="3000" strike="noStrike" u="sng">
                <a:solidFill>
                  <a:srgbClr val="000000"/>
                </a:solidFill>
                <a:latin typeface="Canva Sans Bold"/>
                <a:ea typeface="Canva Sans Bold"/>
                <a:cs typeface="Canva Sans Bold"/>
                <a:sym typeface="Canva Sans Bold"/>
                <a:hlinkClick r:id="rId3" tooltip="https://learn.microsoft.com"/>
              </a:rPr>
              <a:t>lea</a:t>
            </a:r>
            <a:r>
              <a:rPr lang="en-US" b="true" sz="3000" strike="noStrike" u="sng">
                <a:solidFill>
                  <a:srgbClr val="000000"/>
                </a:solidFill>
                <a:latin typeface="Canva Sans Bold"/>
                <a:ea typeface="Canva Sans Bold"/>
                <a:cs typeface="Canva Sans Bold"/>
                <a:sym typeface="Canva Sans Bold"/>
                <a:hlinkClick r:id="rId4" tooltip="https://learn.microsoft.com"/>
              </a:rPr>
              <a:t>rn.micro</a:t>
            </a:r>
            <a:r>
              <a:rPr lang="en-US" b="true" sz="3000" strike="noStrike" u="sng">
                <a:solidFill>
                  <a:srgbClr val="000000"/>
                </a:solidFill>
                <a:latin typeface="Canva Sans Bold"/>
                <a:ea typeface="Canva Sans Bold"/>
                <a:cs typeface="Canva Sans Bold"/>
                <a:sym typeface="Canva Sans Bold"/>
                <a:hlinkClick r:id="rId5" tooltip="https://learn.microsoft.com"/>
              </a:rPr>
              <a:t>soft.com</a:t>
            </a:r>
            <a:r>
              <a:rPr lang="en-US" b="true" sz="3000" strike="noStrike" u="none">
                <a:solidFill>
                  <a:srgbClr val="000000"/>
                </a:solidFill>
                <a:latin typeface="Canva Sans Bold"/>
                <a:ea typeface="Canva Sans Bold"/>
                <a:cs typeface="Canva Sans Bold"/>
                <a:sym typeface="Canva Sans Bold"/>
              </a:rPr>
              <a:t>)</a:t>
            </a:r>
          </a:p>
          <a:p>
            <a:pPr algn="ctr" marL="0" indent="0" lvl="0">
              <a:lnSpc>
                <a:spcPts val="3390"/>
              </a:lnSpc>
              <a:spcBef>
                <a:spcPct val="0"/>
              </a:spcBef>
            </a:pPr>
            <a:r>
              <a:rPr lang="en-US" b="true" sz="3000" strike="noStrike" u="none">
                <a:solidFill>
                  <a:srgbClr val="000000"/>
                </a:solidFill>
                <a:latin typeface="Canva Sans Bold"/>
                <a:ea typeface="Canva Sans Bold"/>
                <a:cs typeface="Canva Sans Bold"/>
                <a:sym typeface="Canva Sans Bold"/>
              </a:rPr>
              <a:t>C# Programming Guide</a:t>
            </a:r>
          </a:p>
          <a:p>
            <a:pPr algn="ctr" marL="0" indent="0" lvl="0">
              <a:lnSpc>
                <a:spcPts val="3390"/>
              </a:lnSpc>
              <a:spcBef>
                <a:spcPct val="0"/>
              </a:spcBef>
            </a:pPr>
          </a:p>
          <a:p>
            <a:pPr algn="l" marL="647700" indent="-323850" lvl="1">
              <a:lnSpc>
                <a:spcPts val="3390"/>
              </a:lnSpc>
              <a:buFont typeface="Arial"/>
              <a:buChar char="•"/>
            </a:pPr>
            <a:r>
              <a:rPr lang="en-US" b="true" sz="3000" strike="noStrike" u="none">
                <a:solidFill>
                  <a:srgbClr val="000000"/>
                </a:solidFill>
                <a:latin typeface="Canva Sans Bold"/>
                <a:ea typeface="Canva Sans Bold"/>
                <a:cs typeface="Canva Sans Bold"/>
                <a:sym typeface="Canva Sans Bold"/>
              </a:rPr>
              <a:t>ASP.NET Web Development Tutorials</a:t>
            </a:r>
          </a:p>
          <a:p>
            <a:pPr algn="ctr" marL="0" indent="0" lvl="0">
              <a:lnSpc>
                <a:spcPts val="3390"/>
              </a:lnSpc>
              <a:spcBef>
                <a:spcPct val="0"/>
              </a:spcBef>
            </a:pPr>
            <a:r>
              <a:rPr lang="en-US" b="true" sz="3000" strike="noStrike" u="none">
                <a:solidFill>
                  <a:srgbClr val="000000"/>
                </a:solidFill>
                <a:latin typeface="Canva Sans Bold"/>
                <a:ea typeface="Canva Sans Bold"/>
                <a:cs typeface="Canva Sans Bold"/>
                <a:sym typeface="Canva Sans Bold"/>
              </a:rPr>
              <a:t>(</a:t>
            </a:r>
            <a:r>
              <a:rPr lang="en-US" b="true" sz="3000" strike="noStrike" u="sng">
                <a:solidFill>
                  <a:srgbClr val="000000"/>
                </a:solidFill>
                <a:latin typeface="Canva Sans Bold"/>
                <a:ea typeface="Canva Sans Bold"/>
                <a:cs typeface="Canva Sans Bold"/>
                <a:sym typeface="Canva Sans Bold"/>
                <a:hlinkClick r:id="rId6" tooltip="https://www.w3schools.com"/>
              </a:rPr>
              <a:t>https://www.w3schools.com</a:t>
            </a:r>
            <a:r>
              <a:rPr lang="en-US" b="true" sz="3000" strike="noStrike" u="none">
                <a:solidFill>
                  <a:srgbClr val="000000"/>
                </a:solidFill>
                <a:latin typeface="Canva Sans Bold"/>
                <a:ea typeface="Canva Sans Bold"/>
                <a:cs typeface="Canva Sans Bold"/>
                <a:sym typeface="Canva Sans Bold"/>
              </a:rPr>
              <a:t>)</a:t>
            </a:r>
          </a:p>
          <a:p>
            <a:pPr algn="ctr" marL="0" indent="0" lvl="0">
              <a:lnSpc>
                <a:spcPts val="3390"/>
              </a:lnSpc>
              <a:spcBef>
                <a:spcPct val="0"/>
              </a:spcBef>
            </a:pPr>
          </a:p>
          <a:p>
            <a:pPr algn="l" marL="647700" indent="-323850" lvl="1">
              <a:lnSpc>
                <a:spcPts val="3390"/>
              </a:lnSpc>
              <a:buFont typeface="Arial"/>
              <a:buChar char="•"/>
            </a:pPr>
            <a:r>
              <a:rPr lang="en-US" b="true" sz="3000" strike="noStrike" u="none">
                <a:solidFill>
                  <a:srgbClr val="000000"/>
                </a:solidFill>
                <a:latin typeface="Canva Sans Bold"/>
                <a:ea typeface="Canva Sans Bold"/>
                <a:cs typeface="Canva Sans Bold"/>
                <a:sym typeface="Canva Sans Bold"/>
              </a:rPr>
              <a:t>SQLite Official Documentation</a:t>
            </a:r>
          </a:p>
          <a:p>
            <a:pPr algn="ctr" marL="0" indent="0" lvl="0">
              <a:lnSpc>
                <a:spcPts val="3390"/>
              </a:lnSpc>
              <a:spcBef>
                <a:spcPct val="0"/>
              </a:spcBef>
            </a:pPr>
            <a:r>
              <a:rPr lang="en-US" b="true" sz="3000" strike="noStrike" u="none">
                <a:solidFill>
                  <a:srgbClr val="000000"/>
                </a:solidFill>
                <a:latin typeface="Canva Sans Bold"/>
                <a:ea typeface="Canva Sans Bold"/>
                <a:cs typeface="Canva Sans Bold"/>
                <a:sym typeface="Canva Sans Bold"/>
              </a:rPr>
              <a:t>(</a:t>
            </a:r>
            <a:r>
              <a:rPr lang="en-US" b="true" sz="3000" strike="noStrike" u="sng">
                <a:solidFill>
                  <a:srgbClr val="000000"/>
                </a:solidFill>
                <a:latin typeface="Canva Sans Bold"/>
                <a:ea typeface="Canva Sans Bold"/>
                <a:cs typeface="Canva Sans Bold"/>
                <a:sym typeface="Canva Sans Bold"/>
                <a:hlinkClick r:id="rId7" tooltip="https://www.sqlite.org"/>
              </a:rPr>
              <a:t>https://www.sqlite.org</a:t>
            </a:r>
            <a:r>
              <a:rPr lang="en-US" b="true" sz="3000" strike="noStrike" u="none">
                <a:solidFill>
                  <a:srgbClr val="000000"/>
                </a:solidFill>
                <a:latin typeface="Canva Sans Bold"/>
                <a:ea typeface="Canva Sans Bold"/>
                <a:cs typeface="Canva Sans Bold"/>
                <a:sym typeface="Canva Sans Bold"/>
              </a:rPr>
              <a:t>)</a:t>
            </a:r>
          </a:p>
          <a:p>
            <a:pPr algn="ctr" marL="0" indent="0" lvl="0">
              <a:lnSpc>
                <a:spcPts val="3390"/>
              </a:lnSpc>
              <a:spcBef>
                <a:spcPct val="0"/>
              </a:spcBef>
            </a:pPr>
          </a:p>
          <a:p>
            <a:pPr algn="l" marL="647700" indent="-323850" lvl="1">
              <a:lnSpc>
                <a:spcPts val="3390"/>
              </a:lnSpc>
              <a:buFont typeface="Arial"/>
              <a:buChar char="•"/>
            </a:pPr>
            <a:r>
              <a:rPr lang="en-US" b="true" sz="3000" strike="noStrike" u="none">
                <a:solidFill>
                  <a:srgbClr val="000000"/>
                </a:solidFill>
                <a:latin typeface="Canva Sans Bold"/>
                <a:ea typeface="Canva Sans Bold"/>
                <a:cs typeface="Canva Sans Bold"/>
                <a:sym typeface="Canva Sans Bold"/>
              </a:rPr>
              <a:t>HTML, CSS, and JavaScript Tutorials</a:t>
            </a:r>
          </a:p>
          <a:p>
            <a:pPr algn="ctr" marL="0" indent="0" lvl="0">
              <a:lnSpc>
                <a:spcPts val="3390"/>
              </a:lnSpc>
              <a:spcBef>
                <a:spcPct val="0"/>
              </a:spcBef>
            </a:pPr>
            <a:r>
              <a:rPr lang="en-US" b="true" sz="3000" strike="noStrike" u="none">
                <a:solidFill>
                  <a:srgbClr val="000000"/>
                </a:solidFill>
                <a:latin typeface="Canva Sans Bold"/>
                <a:ea typeface="Canva Sans Bold"/>
                <a:cs typeface="Canva Sans Bold"/>
                <a:sym typeface="Canva Sans Bold"/>
              </a:rPr>
              <a:t>(https://developer.mozilla.org)</a:t>
            </a:r>
          </a:p>
          <a:p>
            <a:pPr algn="ctr" marL="0" indent="0" lvl="0">
              <a:lnSpc>
                <a:spcPts val="3390"/>
              </a:lnSpc>
              <a:spcBef>
                <a:spcPct val="0"/>
              </a:spcBef>
            </a:pPr>
          </a:p>
          <a:p>
            <a:pPr algn="ctr" marL="0" indent="0" lvl="0">
              <a:lnSpc>
                <a:spcPts val="3390"/>
              </a:lnSpc>
              <a:spcBef>
                <a:spcPct val="0"/>
              </a:spcBef>
            </a:pPr>
          </a:p>
        </p:txBody>
      </p:sp>
      <p:grpSp>
        <p:nvGrpSpPr>
          <p:cNvPr name="Group 7" id="7"/>
          <p:cNvGrpSpPr/>
          <p:nvPr/>
        </p:nvGrpSpPr>
        <p:grpSpPr>
          <a:xfrm rot="-2699999">
            <a:off x="15443309" y="4948612"/>
            <a:ext cx="5689382" cy="5225239"/>
            <a:chOff x="0" y="0"/>
            <a:chExt cx="3940215" cy="3618770"/>
          </a:xfrm>
        </p:grpSpPr>
        <p:sp>
          <p:nvSpPr>
            <p:cNvPr name="Freeform 8" id="8"/>
            <p:cNvSpPr/>
            <p:nvPr/>
          </p:nvSpPr>
          <p:spPr>
            <a:xfrm flipH="false" flipV="false" rot="0">
              <a:off x="0" y="0"/>
              <a:ext cx="3940215" cy="3618770"/>
            </a:xfrm>
            <a:custGeom>
              <a:avLst/>
              <a:gdLst/>
              <a:ahLst/>
              <a:cxnLst/>
              <a:rect r="r" b="b" t="t" l="l"/>
              <a:pathLst>
                <a:path h="3618770" w="3940215">
                  <a:moveTo>
                    <a:pt x="0" y="0"/>
                  </a:moveTo>
                  <a:lnTo>
                    <a:pt x="3940215" y="0"/>
                  </a:lnTo>
                  <a:lnTo>
                    <a:pt x="3940215" y="3618770"/>
                  </a:lnTo>
                  <a:lnTo>
                    <a:pt x="0" y="3618770"/>
                  </a:lnTo>
                  <a:close/>
                </a:path>
              </a:pathLst>
            </a:custGeom>
            <a:solidFill>
              <a:srgbClr val="000066"/>
            </a:solidFill>
          </p:spPr>
        </p:sp>
        <p:sp>
          <p:nvSpPr>
            <p:cNvPr name="TextBox 9" id="9"/>
            <p:cNvSpPr txBox="true"/>
            <p:nvPr/>
          </p:nvSpPr>
          <p:spPr>
            <a:xfrm>
              <a:off x="0" y="-38100"/>
              <a:ext cx="3940215" cy="3656870"/>
            </a:xfrm>
            <a:prstGeom prst="rect">
              <a:avLst/>
            </a:prstGeom>
          </p:spPr>
          <p:txBody>
            <a:bodyPr anchor="ctr" rtlCol="false" tIns="46654" lIns="46654" bIns="46654" rIns="46654"/>
            <a:lstStyle/>
            <a:p>
              <a:pPr algn="ctr">
                <a:lnSpc>
                  <a:spcPts val="1800"/>
                </a:lnSpc>
                <a:spcBef>
                  <a:spcPct val="0"/>
                </a:spcBef>
              </a:pPr>
            </a:p>
          </p:txBody>
        </p:sp>
      </p:grpSp>
      <p:grpSp>
        <p:nvGrpSpPr>
          <p:cNvPr name="Group 10" id="10"/>
          <p:cNvGrpSpPr/>
          <p:nvPr/>
        </p:nvGrpSpPr>
        <p:grpSpPr>
          <a:xfrm rot="-2699999">
            <a:off x="1177779" y="439837"/>
            <a:ext cx="3123056" cy="2975850"/>
            <a:chOff x="0" y="0"/>
            <a:chExt cx="2162891" cy="2060943"/>
          </a:xfrm>
        </p:grpSpPr>
        <p:sp>
          <p:nvSpPr>
            <p:cNvPr name="Freeform 11" id="11"/>
            <p:cNvSpPr/>
            <p:nvPr/>
          </p:nvSpPr>
          <p:spPr>
            <a:xfrm flipH="false" flipV="false" rot="0">
              <a:off x="0" y="0"/>
              <a:ext cx="2162891" cy="2060943"/>
            </a:xfrm>
            <a:custGeom>
              <a:avLst/>
              <a:gdLst/>
              <a:ahLst/>
              <a:cxnLst/>
              <a:rect r="r" b="b" t="t" l="l"/>
              <a:pathLst>
                <a:path h="2060943" w="2162891">
                  <a:moveTo>
                    <a:pt x="0" y="0"/>
                  </a:moveTo>
                  <a:lnTo>
                    <a:pt x="2162891" y="0"/>
                  </a:lnTo>
                  <a:lnTo>
                    <a:pt x="2162891" y="2060943"/>
                  </a:lnTo>
                  <a:lnTo>
                    <a:pt x="0" y="2060943"/>
                  </a:lnTo>
                  <a:close/>
                </a:path>
              </a:pathLst>
            </a:custGeom>
            <a:solidFill>
              <a:srgbClr val="000066"/>
            </a:solidFill>
          </p:spPr>
        </p:sp>
        <p:sp>
          <p:nvSpPr>
            <p:cNvPr name="TextBox 12" id="12"/>
            <p:cNvSpPr txBox="true"/>
            <p:nvPr/>
          </p:nvSpPr>
          <p:spPr>
            <a:xfrm>
              <a:off x="0" y="-38100"/>
              <a:ext cx="2162891" cy="2099043"/>
            </a:xfrm>
            <a:prstGeom prst="rect">
              <a:avLst/>
            </a:prstGeom>
          </p:spPr>
          <p:txBody>
            <a:bodyPr anchor="ctr" rtlCol="false" tIns="46654" lIns="46654" bIns="46654" rIns="46654"/>
            <a:lstStyle/>
            <a:p>
              <a:pPr algn="ctr">
                <a:lnSpc>
                  <a:spcPts val="1800"/>
                </a:lnSpc>
                <a:spcBef>
                  <a:spcPct val="0"/>
                </a:spcBef>
              </a:pPr>
            </a:p>
          </p:txBody>
        </p:sp>
      </p:grpSp>
      <p:grpSp>
        <p:nvGrpSpPr>
          <p:cNvPr name="Group 13" id="13"/>
          <p:cNvGrpSpPr/>
          <p:nvPr/>
        </p:nvGrpSpPr>
        <p:grpSpPr>
          <a:xfrm rot="-2699999">
            <a:off x="15695767" y="-237631"/>
            <a:ext cx="3710433" cy="3672687"/>
            <a:chOff x="0" y="0"/>
            <a:chExt cx="2569682" cy="2543541"/>
          </a:xfrm>
        </p:grpSpPr>
        <p:sp>
          <p:nvSpPr>
            <p:cNvPr name="Freeform 14" id="14"/>
            <p:cNvSpPr/>
            <p:nvPr/>
          </p:nvSpPr>
          <p:spPr>
            <a:xfrm flipH="false" flipV="false" rot="0">
              <a:off x="0" y="0"/>
              <a:ext cx="2569682" cy="2543541"/>
            </a:xfrm>
            <a:custGeom>
              <a:avLst/>
              <a:gdLst/>
              <a:ahLst/>
              <a:cxnLst/>
              <a:rect r="r" b="b" t="t" l="l"/>
              <a:pathLst>
                <a:path h="2543541" w="2569682">
                  <a:moveTo>
                    <a:pt x="0" y="0"/>
                  </a:moveTo>
                  <a:lnTo>
                    <a:pt x="2569682" y="0"/>
                  </a:lnTo>
                  <a:lnTo>
                    <a:pt x="2569682" y="2543541"/>
                  </a:lnTo>
                  <a:lnTo>
                    <a:pt x="0" y="2543541"/>
                  </a:lnTo>
                  <a:close/>
                </a:path>
              </a:pathLst>
            </a:custGeom>
            <a:solidFill>
              <a:srgbClr val="6699FF"/>
            </a:solidFill>
          </p:spPr>
        </p:sp>
        <p:sp>
          <p:nvSpPr>
            <p:cNvPr name="TextBox 15" id="15"/>
            <p:cNvSpPr txBox="true"/>
            <p:nvPr/>
          </p:nvSpPr>
          <p:spPr>
            <a:xfrm>
              <a:off x="0" y="-38100"/>
              <a:ext cx="2569682" cy="2581641"/>
            </a:xfrm>
            <a:prstGeom prst="rect">
              <a:avLst/>
            </a:prstGeom>
          </p:spPr>
          <p:txBody>
            <a:bodyPr anchor="ctr" rtlCol="false" tIns="46654" lIns="46654" bIns="46654" rIns="46654"/>
            <a:lstStyle/>
            <a:p>
              <a:pPr algn="ctr">
                <a:lnSpc>
                  <a:spcPts val="1800"/>
                </a:lnSpc>
                <a:spcBef>
                  <a:spcPct val="0"/>
                </a:spcBef>
              </a:pPr>
            </a:p>
          </p:txBody>
        </p:sp>
      </p:grpSp>
      <p:grpSp>
        <p:nvGrpSpPr>
          <p:cNvPr name="Group 16" id="16"/>
          <p:cNvGrpSpPr/>
          <p:nvPr/>
        </p:nvGrpSpPr>
        <p:grpSpPr>
          <a:xfrm rot="-2699999">
            <a:off x="72713" y="7255451"/>
            <a:ext cx="4444778" cy="4399562"/>
            <a:chOff x="0" y="0"/>
            <a:chExt cx="3078258" cy="3046943"/>
          </a:xfrm>
        </p:grpSpPr>
        <p:sp>
          <p:nvSpPr>
            <p:cNvPr name="Freeform 17" id="17"/>
            <p:cNvSpPr/>
            <p:nvPr/>
          </p:nvSpPr>
          <p:spPr>
            <a:xfrm flipH="false" flipV="false" rot="0">
              <a:off x="0" y="0"/>
              <a:ext cx="3078258" cy="3046943"/>
            </a:xfrm>
            <a:custGeom>
              <a:avLst/>
              <a:gdLst/>
              <a:ahLst/>
              <a:cxnLst/>
              <a:rect r="r" b="b" t="t" l="l"/>
              <a:pathLst>
                <a:path h="3046943" w="3078258">
                  <a:moveTo>
                    <a:pt x="0" y="0"/>
                  </a:moveTo>
                  <a:lnTo>
                    <a:pt x="3078258" y="0"/>
                  </a:lnTo>
                  <a:lnTo>
                    <a:pt x="3078258" y="3046943"/>
                  </a:lnTo>
                  <a:lnTo>
                    <a:pt x="0" y="3046943"/>
                  </a:lnTo>
                  <a:close/>
                </a:path>
              </a:pathLst>
            </a:custGeom>
            <a:solidFill>
              <a:srgbClr val="6699FF"/>
            </a:solidFill>
          </p:spPr>
        </p:sp>
        <p:sp>
          <p:nvSpPr>
            <p:cNvPr name="TextBox 18" id="18"/>
            <p:cNvSpPr txBox="true"/>
            <p:nvPr/>
          </p:nvSpPr>
          <p:spPr>
            <a:xfrm>
              <a:off x="0" y="-38100"/>
              <a:ext cx="3078258" cy="3085043"/>
            </a:xfrm>
            <a:prstGeom prst="rect">
              <a:avLst/>
            </a:prstGeom>
          </p:spPr>
          <p:txBody>
            <a:bodyPr anchor="ctr" rtlCol="false" tIns="46654" lIns="46654" bIns="46654" rIns="46654"/>
            <a:lstStyle/>
            <a:p>
              <a:pPr algn="ctr">
                <a:lnSpc>
                  <a:spcPts val="1800"/>
                </a:lnSpc>
                <a:spcBef>
                  <a:spcPct val="0"/>
                </a:spcBef>
              </a:pPr>
            </a:p>
          </p:txBody>
        </p:sp>
      </p:grpSp>
      <p:grpSp>
        <p:nvGrpSpPr>
          <p:cNvPr name="Group 19" id="19"/>
          <p:cNvGrpSpPr/>
          <p:nvPr/>
        </p:nvGrpSpPr>
        <p:grpSpPr>
          <a:xfrm rot="-2699999">
            <a:off x="14473524" y="3216887"/>
            <a:ext cx="2392158" cy="2367822"/>
            <a:chOff x="0" y="0"/>
            <a:chExt cx="1656703" cy="1639849"/>
          </a:xfrm>
        </p:grpSpPr>
        <p:sp>
          <p:nvSpPr>
            <p:cNvPr name="Freeform 20" id="20"/>
            <p:cNvSpPr/>
            <p:nvPr/>
          </p:nvSpPr>
          <p:spPr>
            <a:xfrm flipH="false" flipV="false" rot="0">
              <a:off x="0" y="0"/>
              <a:ext cx="1656703" cy="1639849"/>
            </a:xfrm>
            <a:custGeom>
              <a:avLst/>
              <a:gdLst/>
              <a:ahLst/>
              <a:cxnLst/>
              <a:rect r="r" b="b" t="t" l="l"/>
              <a:pathLst>
                <a:path h="1639849" w="1656703">
                  <a:moveTo>
                    <a:pt x="0" y="0"/>
                  </a:moveTo>
                  <a:lnTo>
                    <a:pt x="1656703" y="0"/>
                  </a:lnTo>
                  <a:lnTo>
                    <a:pt x="1656703" y="1639849"/>
                  </a:lnTo>
                  <a:lnTo>
                    <a:pt x="0" y="1639849"/>
                  </a:lnTo>
                  <a:close/>
                </a:path>
              </a:pathLst>
            </a:custGeom>
            <a:solidFill>
              <a:srgbClr val="336699"/>
            </a:solidFill>
          </p:spPr>
        </p:sp>
        <p:sp>
          <p:nvSpPr>
            <p:cNvPr name="TextBox 21" id="21"/>
            <p:cNvSpPr txBox="true"/>
            <p:nvPr/>
          </p:nvSpPr>
          <p:spPr>
            <a:xfrm>
              <a:off x="0" y="-38100"/>
              <a:ext cx="1656703" cy="1677949"/>
            </a:xfrm>
            <a:prstGeom prst="rect">
              <a:avLst/>
            </a:prstGeom>
          </p:spPr>
          <p:txBody>
            <a:bodyPr anchor="ctr" rtlCol="false" tIns="46654" lIns="46654" bIns="46654" rIns="46654"/>
            <a:lstStyle/>
            <a:p>
              <a:pPr algn="ctr">
                <a:lnSpc>
                  <a:spcPts val="1800"/>
                </a:lnSpc>
                <a:spcBef>
                  <a:spcPct val="0"/>
                </a:spcBef>
              </a:pPr>
            </a:p>
          </p:txBody>
        </p:sp>
      </p:grpSp>
      <p:grpSp>
        <p:nvGrpSpPr>
          <p:cNvPr name="Group 22" id="22"/>
          <p:cNvGrpSpPr/>
          <p:nvPr/>
        </p:nvGrpSpPr>
        <p:grpSpPr>
          <a:xfrm rot="-2699999">
            <a:off x="-2233903" y="2801262"/>
            <a:ext cx="4544006" cy="4497780"/>
            <a:chOff x="0" y="0"/>
            <a:chExt cx="3146978" cy="3114964"/>
          </a:xfrm>
        </p:grpSpPr>
        <p:sp>
          <p:nvSpPr>
            <p:cNvPr name="Freeform 23" id="23"/>
            <p:cNvSpPr/>
            <p:nvPr/>
          </p:nvSpPr>
          <p:spPr>
            <a:xfrm flipH="false" flipV="false" rot="0">
              <a:off x="0" y="0"/>
              <a:ext cx="3146978" cy="3114964"/>
            </a:xfrm>
            <a:custGeom>
              <a:avLst/>
              <a:gdLst/>
              <a:ahLst/>
              <a:cxnLst/>
              <a:rect r="r" b="b" t="t" l="l"/>
              <a:pathLst>
                <a:path h="3114964" w="3146978">
                  <a:moveTo>
                    <a:pt x="0" y="0"/>
                  </a:moveTo>
                  <a:lnTo>
                    <a:pt x="3146978" y="0"/>
                  </a:lnTo>
                  <a:lnTo>
                    <a:pt x="3146978" y="3114964"/>
                  </a:lnTo>
                  <a:lnTo>
                    <a:pt x="0" y="3114964"/>
                  </a:lnTo>
                  <a:close/>
                </a:path>
              </a:pathLst>
            </a:custGeom>
            <a:solidFill>
              <a:srgbClr val="336699"/>
            </a:solidFill>
          </p:spPr>
        </p:sp>
        <p:sp>
          <p:nvSpPr>
            <p:cNvPr name="TextBox 24" id="24"/>
            <p:cNvSpPr txBox="true"/>
            <p:nvPr/>
          </p:nvSpPr>
          <p:spPr>
            <a:xfrm>
              <a:off x="0" y="-38100"/>
              <a:ext cx="3146978" cy="3153064"/>
            </a:xfrm>
            <a:prstGeom prst="rect">
              <a:avLst/>
            </a:prstGeom>
          </p:spPr>
          <p:txBody>
            <a:bodyPr anchor="ctr" rtlCol="false" tIns="46654" lIns="46654" bIns="46654" rIns="46654"/>
            <a:lstStyle/>
            <a:p>
              <a:pPr algn="ctr">
                <a:lnSpc>
                  <a:spcPts val="1800"/>
                </a:lnSpc>
                <a:spcBef>
                  <a:spcPct val="0"/>
                </a:spcBef>
              </a:pPr>
            </a:p>
          </p:txBody>
        </p:sp>
      </p:grpSp>
    </p:spTree>
  </p:cSld>
  <p:clrMapOvr>
    <a:masterClrMapping/>
  </p:clrMapOvr>
</p:sld>
</file>

<file path=ppt/slides/slide12.xml><?xml version="1.0" encoding="utf-8"?>
<p:sld xmlns:p="http://schemas.openxmlformats.org/presentationml/2006/main" xmlns:a="http://schemas.openxmlformats.org/drawingml/2006/main">
  <p:cSld>
    <p:bg>
      <p:bgPr>
        <a:solidFill>
          <a:srgbClr val="6699FF"/>
        </a:solidFill>
      </p:bgPr>
    </p:bg>
    <p:spTree>
      <p:nvGrpSpPr>
        <p:cNvPr id="1" name=""/>
        <p:cNvGrpSpPr/>
        <p:nvPr/>
      </p:nvGrpSpPr>
      <p:grpSpPr>
        <a:xfrm>
          <a:off x="0" y="0"/>
          <a:ext cx="0" cy="0"/>
          <a:chOff x="0" y="0"/>
          <a:chExt cx="0" cy="0"/>
        </a:xfrm>
      </p:grpSpPr>
      <p:grpSp>
        <p:nvGrpSpPr>
          <p:cNvPr name="Group 2" id="2"/>
          <p:cNvGrpSpPr/>
          <p:nvPr/>
        </p:nvGrpSpPr>
        <p:grpSpPr>
          <a:xfrm rot="0">
            <a:off x="188797" y="203992"/>
            <a:ext cx="17910406" cy="9879016"/>
            <a:chOff x="0" y="0"/>
            <a:chExt cx="4717144" cy="2601881"/>
          </a:xfrm>
        </p:grpSpPr>
        <p:sp>
          <p:nvSpPr>
            <p:cNvPr name="Freeform 3" id="3"/>
            <p:cNvSpPr/>
            <p:nvPr/>
          </p:nvSpPr>
          <p:spPr>
            <a:xfrm flipH="false" flipV="false" rot="0">
              <a:off x="0" y="0"/>
              <a:ext cx="4717144" cy="2601881"/>
            </a:xfrm>
            <a:custGeom>
              <a:avLst/>
              <a:gdLst/>
              <a:ahLst/>
              <a:cxnLst/>
              <a:rect r="r" b="b" t="t" l="l"/>
              <a:pathLst>
                <a:path h="2601881" w="4717144">
                  <a:moveTo>
                    <a:pt x="0" y="0"/>
                  </a:moveTo>
                  <a:lnTo>
                    <a:pt x="4717144" y="0"/>
                  </a:lnTo>
                  <a:lnTo>
                    <a:pt x="4717144" y="2601881"/>
                  </a:lnTo>
                  <a:lnTo>
                    <a:pt x="0" y="2601881"/>
                  </a:lnTo>
                  <a:close/>
                </a:path>
              </a:pathLst>
            </a:custGeom>
            <a:solidFill>
              <a:srgbClr val="FFFFFF"/>
            </a:solidFill>
          </p:spPr>
        </p:sp>
        <p:sp>
          <p:nvSpPr>
            <p:cNvPr name="TextBox 4" id="4"/>
            <p:cNvSpPr txBox="true"/>
            <p:nvPr/>
          </p:nvSpPr>
          <p:spPr>
            <a:xfrm>
              <a:off x="0" y="-38100"/>
              <a:ext cx="4717144" cy="2639981"/>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5510463" y="3128073"/>
            <a:ext cx="10747629" cy="1524614"/>
          </a:xfrm>
          <a:prstGeom prst="rect">
            <a:avLst/>
          </a:prstGeom>
        </p:spPr>
        <p:txBody>
          <a:bodyPr anchor="t" rtlCol="false" tIns="0" lIns="0" bIns="0" rIns="0">
            <a:spAutoFit/>
          </a:bodyPr>
          <a:lstStyle/>
          <a:p>
            <a:pPr algn="just" marL="0" indent="0" lvl="1">
              <a:lnSpc>
                <a:spcPts val="11881"/>
              </a:lnSpc>
              <a:spcBef>
                <a:spcPct val="0"/>
              </a:spcBef>
            </a:pPr>
            <a:r>
              <a:rPr lang="en-US" sz="10608">
                <a:solidFill>
                  <a:srgbClr val="000066"/>
                </a:solidFill>
                <a:latin typeface="Garet"/>
                <a:ea typeface="Garet"/>
                <a:cs typeface="Garet"/>
                <a:sym typeface="Garet"/>
              </a:rPr>
              <a:t>Thank</a:t>
            </a:r>
          </a:p>
        </p:txBody>
      </p:sp>
      <p:sp>
        <p:nvSpPr>
          <p:cNvPr name="TextBox 6" id="6"/>
          <p:cNvSpPr txBox="true"/>
          <p:nvPr/>
        </p:nvSpPr>
        <p:spPr>
          <a:xfrm rot="0">
            <a:off x="6232358" y="4738411"/>
            <a:ext cx="10747629" cy="1517563"/>
          </a:xfrm>
          <a:prstGeom prst="rect">
            <a:avLst/>
          </a:prstGeom>
        </p:spPr>
        <p:txBody>
          <a:bodyPr anchor="t" rtlCol="false" tIns="0" lIns="0" bIns="0" rIns="0">
            <a:spAutoFit/>
          </a:bodyPr>
          <a:lstStyle/>
          <a:p>
            <a:pPr algn="just" marL="0" indent="0" lvl="1">
              <a:lnSpc>
                <a:spcPts val="11881"/>
              </a:lnSpc>
              <a:spcBef>
                <a:spcPct val="0"/>
              </a:spcBef>
            </a:pPr>
            <a:r>
              <a:rPr lang="en-US" b="true" sz="10608">
                <a:solidFill>
                  <a:srgbClr val="000066"/>
                </a:solidFill>
                <a:latin typeface="Garet Bold"/>
                <a:ea typeface="Garet Bold"/>
                <a:cs typeface="Garet Bold"/>
                <a:sym typeface="Garet Bold"/>
              </a:rPr>
              <a:t>you</a:t>
            </a:r>
          </a:p>
        </p:txBody>
      </p:sp>
      <p:grpSp>
        <p:nvGrpSpPr>
          <p:cNvPr name="Group 7" id="7"/>
          <p:cNvGrpSpPr/>
          <p:nvPr/>
        </p:nvGrpSpPr>
        <p:grpSpPr>
          <a:xfrm rot="-2699999">
            <a:off x="15264668" y="-2600781"/>
            <a:ext cx="6841814" cy="6283654"/>
            <a:chOff x="0" y="0"/>
            <a:chExt cx="3397795" cy="3120600"/>
          </a:xfrm>
        </p:grpSpPr>
        <p:sp>
          <p:nvSpPr>
            <p:cNvPr name="Freeform 8" id="8"/>
            <p:cNvSpPr/>
            <p:nvPr/>
          </p:nvSpPr>
          <p:spPr>
            <a:xfrm flipH="false" flipV="false" rot="0">
              <a:off x="0" y="0"/>
              <a:ext cx="3397795" cy="3120600"/>
            </a:xfrm>
            <a:custGeom>
              <a:avLst/>
              <a:gdLst/>
              <a:ahLst/>
              <a:cxnLst/>
              <a:rect r="r" b="b" t="t" l="l"/>
              <a:pathLst>
                <a:path h="3120600" w="3397795">
                  <a:moveTo>
                    <a:pt x="0" y="0"/>
                  </a:moveTo>
                  <a:lnTo>
                    <a:pt x="3397795" y="0"/>
                  </a:lnTo>
                  <a:lnTo>
                    <a:pt x="3397795" y="3120600"/>
                  </a:lnTo>
                  <a:lnTo>
                    <a:pt x="0" y="3120600"/>
                  </a:lnTo>
                  <a:close/>
                </a:path>
              </a:pathLst>
            </a:custGeom>
            <a:solidFill>
              <a:srgbClr val="6699FF"/>
            </a:solidFill>
          </p:spPr>
        </p:sp>
        <p:sp>
          <p:nvSpPr>
            <p:cNvPr name="TextBox 9" id="9"/>
            <p:cNvSpPr txBox="true"/>
            <p:nvPr/>
          </p:nvSpPr>
          <p:spPr>
            <a:xfrm>
              <a:off x="0" y="-38100"/>
              <a:ext cx="3397795" cy="3158700"/>
            </a:xfrm>
            <a:prstGeom prst="rect">
              <a:avLst/>
            </a:prstGeom>
          </p:spPr>
          <p:txBody>
            <a:bodyPr anchor="ctr" rtlCol="false" tIns="46654" lIns="46654" bIns="46654" rIns="46654"/>
            <a:lstStyle/>
            <a:p>
              <a:pPr algn="ctr">
                <a:lnSpc>
                  <a:spcPts val="1800"/>
                </a:lnSpc>
                <a:spcBef>
                  <a:spcPct val="0"/>
                </a:spcBef>
              </a:pPr>
            </a:p>
          </p:txBody>
        </p:sp>
      </p:grpSp>
      <p:grpSp>
        <p:nvGrpSpPr>
          <p:cNvPr name="Group 10" id="10"/>
          <p:cNvGrpSpPr/>
          <p:nvPr/>
        </p:nvGrpSpPr>
        <p:grpSpPr>
          <a:xfrm rot="-2699999">
            <a:off x="15359344" y="5155826"/>
            <a:ext cx="3801966" cy="3689633"/>
            <a:chOff x="0" y="0"/>
            <a:chExt cx="1888140" cy="1832352"/>
          </a:xfrm>
        </p:grpSpPr>
        <p:sp>
          <p:nvSpPr>
            <p:cNvPr name="Freeform 11" id="11"/>
            <p:cNvSpPr/>
            <p:nvPr/>
          </p:nvSpPr>
          <p:spPr>
            <a:xfrm flipH="false" flipV="false" rot="0">
              <a:off x="0" y="0"/>
              <a:ext cx="1888140" cy="1832352"/>
            </a:xfrm>
            <a:custGeom>
              <a:avLst/>
              <a:gdLst/>
              <a:ahLst/>
              <a:cxnLst/>
              <a:rect r="r" b="b" t="t" l="l"/>
              <a:pathLst>
                <a:path h="1832352" w="1888140">
                  <a:moveTo>
                    <a:pt x="0" y="0"/>
                  </a:moveTo>
                  <a:lnTo>
                    <a:pt x="1888140" y="0"/>
                  </a:lnTo>
                  <a:lnTo>
                    <a:pt x="1888140" y="1832352"/>
                  </a:lnTo>
                  <a:lnTo>
                    <a:pt x="0" y="1832352"/>
                  </a:lnTo>
                  <a:close/>
                </a:path>
              </a:pathLst>
            </a:custGeom>
            <a:solidFill>
              <a:srgbClr val="000066"/>
            </a:solidFill>
          </p:spPr>
        </p:sp>
        <p:sp>
          <p:nvSpPr>
            <p:cNvPr name="TextBox 12" id="12"/>
            <p:cNvSpPr txBox="true"/>
            <p:nvPr/>
          </p:nvSpPr>
          <p:spPr>
            <a:xfrm>
              <a:off x="0" y="-38100"/>
              <a:ext cx="1888140" cy="1870452"/>
            </a:xfrm>
            <a:prstGeom prst="rect">
              <a:avLst/>
            </a:prstGeom>
          </p:spPr>
          <p:txBody>
            <a:bodyPr anchor="ctr" rtlCol="false" tIns="46654" lIns="46654" bIns="46654" rIns="46654"/>
            <a:lstStyle/>
            <a:p>
              <a:pPr algn="ctr">
                <a:lnSpc>
                  <a:spcPts val="1800"/>
                </a:lnSpc>
                <a:spcBef>
                  <a:spcPct val="0"/>
                </a:spcBef>
              </a:pPr>
            </a:p>
          </p:txBody>
        </p:sp>
      </p:grpSp>
      <p:grpSp>
        <p:nvGrpSpPr>
          <p:cNvPr name="Group 13" id="13"/>
          <p:cNvGrpSpPr/>
          <p:nvPr/>
        </p:nvGrpSpPr>
        <p:grpSpPr>
          <a:xfrm rot="-2699999">
            <a:off x="-1745884" y="-279360"/>
            <a:ext cx="3491768" cy="3388599"/>
            <a:chOff x="0" y="0"/>
            <a:chExt cx="1734088" cy="1682853"/>
          </a:xfrm>
        </p:grpSpPr>
        <p:sp>
          <p:nvSpPr>
            <p:cNvPr name="Freeform 14" id="14"/>
            <p:cNvSpPr/>
            <p:nvPr/>
          </p:nvSpPr>
          <p:spPr>
            <a:xfrm flipH="false" flipV="false" rot="0">
              <a:off x="0" y="0"/>
              <a:ext cx="1734088" cy="1682853"/>
            </a:xfrm>
            <a:custGeom>
              <a:avLst/>
              <a:gdLst/>
              <a:ahLst/>
              <a:cxnLst/>
              <a:rect r="r" b="b" t="t" l="l"/>
              <a:pathLst>
                <a:path h="1682853" w="1734088">
                  <a:moveTo>
                    <a:pt x="0" y="0"/>
                  </a:moveTo>
                  <a:lnTo>
                    <a:pt x="1734088" y="0"/>
                  </a:lnTo>
                  <a:lnTo>
                    <a:pt x="1734088" y="1682853"/>
                  </a:lnTo>
                  <a:lnTo>
                    <a:pt x="0" y="1682853"/>
                  </a:lnTo>
                  <a:close/>
                </a:path>
              </a:pathLst>
            </a:custGeom>
            <a:solidFill>
              <a:srgbClr val="336699"/>
            </a:solidFill>
          </p:spPr>
        </p:sp>
        <p:sp>
          <p:nvSpPr>
            <p:cNvPr name="TextBox 15" id="15"/>
            <p:cNvSpPr txBox="true"/>
            <p:nvPr/>
          </p:nvSpPr>
          <p:spPr>
            <a:xfrm>
              <a:off x="0" y="-38100"/>
              <a:ext cx="1734088" cy="1720953"/>
            </a:xfrm>
            <a:prstGeom prst="rect">
              <a:avLst/>
            </a:prstGeom>
          </p:spPr>
          <p:txBody>
            <a:bodyPr anchor="ctr" rtlCol="false" tIns="46654" lIns="46654" bIns="46654" rIns="46654"/>
            <a:lstStyle/>
            <a:p>
              <a:pPr algn="ctr">
                <a:lnSpc>
                  <a:spcPts val="1800"/>
                </a:lnSpc>
                <a:spcBef>
                  <a:spcPct val="0"/>
                </a:spcBef>
              </a:pPr>
            </a:p>
          </p:txBody>
        </p:sp>
      </p:grpSp>
      <p:grpSp>
        <p:nvGrpSpPr>
          <p:cNvPr name="Group 16" id="16"/>
          <p:cNvGrpSpPr/>
          <p:nvPr/>
        </p:nvGrpSpPr>
        <p:grpSpPr>
          <a:xfrm rot="-2699999">
            <a:off x="-1205634" y="7738920"/>
            <a:ext cx="3491768" cy="3388599"/>
            <a:chOff x="0" y="0"/>
            <a:chExt cx="1734088" cy="1682853"/>
          </a:xfrm>
        </p:grpSpPr>
        <p:sp>
          <p:nvSpPr>
            <p:cNvPr name="Freeform 17" id="17"/>
            <p:cNvSpPr/>
            <p:nvPr/>
          </p:nvSpPr>
          <p:spPr>
            <a:xfrm flipH="false" flipV="false" rot="0">
              <a:off x="0" y="0"/>
              <a:ext cx="1734088" cy="1682853"/>
            </a:xfrm>
            <a:custGeom>
              <a:avLst/>
              <a:gdLst/>
              <a:ahLst/>
              <a:cxnLst/>
              <a:rect r="r" b="b" t="t" l="l"/>
              <a:pathLst>
                <a:path h="1682853" w="1734088">
                  <a:moveTo>
                    <a:pt x="0" y="0"/>
                  </a:moveTo>
                  <a:lnTo>
                    <a:pt x="1734088" y="0"/>
                  </a:lnTo>
                  <a:lnTo>
                    <a:pt x="1734088" y="1682853"/>
                  </a:lnTo>
                  <a:lnTo>
                    <a:pt x="0" y="1682853"/>
                  </a:lnTo>
                  <a:close/>
                </a:path>
              </a:pathLst>
            </a:custGeom>
            <a:solidFill>
              <a:srgbClr val="6699FF"/>
            </a:solidFill>
          </p:spPr>
        </p:sp>
        <p:sp>
          <p:nvSpPr>
            <p:cNvPr name="TextBox 18" id="18"/>
            <p:cNvSpPr txBox="true"/>
            <p:nvPr/>
          </p:nvSpPr>
          <p:spPr>
            <a:xfrm>
              <a:off x="0" y="-38100"/>
              <a:ext cx="1734088" cy="1720953"/>
            </a:xfrm>
            <a:prstGeom prst="rect">
              <a:avLst/>
            </a:prstGeom>
          </p:spPr>
          <p:txBody>
            <a:bodyPr anchor="ctr" rtlCol="false" tIns="46654" lIns="46654" bIns="46654" rIns="46654"/>
            <a:lstStyle/>
            <a:p>
              <a:pPr algn="ctr">
                <a:lnSpc>
                  <a:spcPts val="1800"/>
                </a:lnSpc>
                <a:spcBef>
                  <a:spcPct val="0"/>
                </a:spcBef>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DAHIBoGwS0U</dc:identifier>
  <dcterms:modified xsi:type="dcterms:W3CDTF">2011-08-01T06:04:30Z</dcterms:modified>
  <cp:revision>1</cp:revision>
  <dc:title>PickMySchool</dc:title>
</cp:coreProperties>
</file>