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Parking Management System (SmartParking)</a:t>
            </a:r>
          </a:p>
          <a:p>
            <a:r>
              <a:t>Secure and Efficient Parking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Your Name / Team</a:t>
            </a:r>
          </a:p>
          <a:p>
            <a:r>
              <a:t>SOIT, Indira University</a:t>
            </a:r>
          </a:p>
          <a:p>
            <a:r>
              <a:t>M.Sc (CS) |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parking system</a:t>
            </a:r>
          </a:p>
          <a:p>
            <a:pPr/>
            <a:r>
              <a:t>Time-consuming process</a:t>
            </a:r>
          </a:p>
          <a:p>
            <a:pPr/>
            <a:r>
              <a:t>No real-time availability</a:t>
            </a:r>
          </a:p>
          <a:p>
            <a:pPr/>
            <a:r>
              <a:t>Traffic congestion issues</a:t>
            </a:r>
          </a:p>
          <a:p>
            <a:pPr/>
            <a:r>
              <a:t>No centralized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parking issues</a:t>
            </a:r>
          </a:p>
          <a:p>
            <a:pPr/>
            <a:r>
              <a:t>Double booking</a:t>
            </a:r>
          </a:p>
          <a:p>
            <a:pPr/>
            <a:r>
              <a:t>Lack of tracking system</a:t>
            </a:r>
          </a:p>
          <a:p>
            <a:pPr/>
            <a:r>
              <a:t>Security issues</a:t>
            </a:r>
          </a:p>
          <a:p>
            <a:pPr/>
            <a:r>
              <a:t>No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Digitalize parking system</a:t>
            </a:r>
          </a:p>
          <a:p>
            <a:pPr/>
            <a:r>
              <a:t>Prevent double booking</a:t>
            </a:r>
          </a:p>
          <a:p>
            <a:pPr/>
            <a:r>
              <a:t>Secure authentication (JWT)</a:t>
            </a:r>
          </a:p>
          <a:p>
            <a:pPr/>
            <a:r>
              <a:t>Email notifications</a:t>
            </a:r>
          </a:p>
          <a:p>
            <a:pPr/>
            <a:r>
              <a:t>Vehicle management</a:t>
            </a:r>
          </a:p>
          <a:p>
            <a:pPr/>
            <a:r>
              <a:t>Multi-role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parking solution</a:t>
            </a:r>
          </a:p>
          <a:p>
            <a:pPr/>
            <a:r>
              <a:t>Search and book parking</a:t>
            </a:r>
          </a:p>
          <a:p>
            <a:pPr/>
            <a:r>
              <a:t>Host manages parking spaces</a:t>
            </a:r>
          </a:p>
          <a:p>
            <a:pPr/>
            <a:r>
              <a:t>Admin monitors system</a:t>
            </a:r>
          </a:p>
          <a:p>
            <a:pPr/>
            <a:r>
              <a:t>Real-time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Register, Book, Vehicles</a:t>
            </a:r>
          </a:p>
          <a:p>
            <a:pPr/>
            <a:r>
              <a:t>Host: Add parking, Manage slots</a:t>
            </a:r>
          </a:p>
          <a:p>
            <a:pPr/>
            <a:r>
              <a:t>Admin: Manage users,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</a:t>
            </a:r>
          </a:p>
          <a:p>
            <a:pPr/>
            <a:r>
              <a:t>Backend: ASP.NET Core API</a:t>
            </a:r>
          </a:p>
          <a:p>
            <a:pPr/>
            <a:r>
              <a:t>Database: MySQL</a:t>
            </a:r>
          </a:p>
          <a:p>
            <a:pPr/>
            <a:r>
              <a:t>Authentication: JWT</a:t>
            </a:r>
          </a:p>
          <a:p>
            <a:pPr/>
            <a:r>
              <a:t>Email: SMTP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Features: Edge AI &amp; ANPR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Client-side Machine Learning OCR using Tesseract.js.</a:t>
            </a:r>
          </a:p>
          <a:p>
            <a:pPr/>
            <a:r>
              <a:t>Automatic license plate extraction from camera feed.</a:t>
            </a:r>
          </a:p>
          <a:p>
            <a:pPr/>
            <a:r>
              <a:t>Direct-to-Database Base64 image payload handling.</a:t>
            </a:r>
          </a:p>
          <a:p>
            <a:pPr/>
            <a:r>
              <a:t>Automated gate entry/exit validation without manual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Geolocation &amp;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Google Maps API with live hybrid satellite markers.</a:t>
            </a:r>
          </a:p>
          <a:p>
            <a:pPr/>
            <a:r>
              <a:t>Automatic location-based distance sorting &amp; searching.</a:t>
            </a:r>
          </a:p>
          <a:p>
            <a:pPr/>
            <a:r>
              <a:t>Real-time capacity visualizations overlaid directly on maps.</a:t>
            </a:r>
          </a:p>
          <a:p>
            <a:pPr/>
            <a:r>
              <a:t>Responsive, interactive UI components.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Seamlessly resolves manual parking congestion.</a:t>
            </a:r>
          </a:p>
          <a:p>
            <a:pPr/>
            <a:r>
              <a:t>Highly scalable, edge-intelligent pipeline.</a:t>
            </a:r>
          </a:p>
          <a:p>
            <a:pPr/>
            <a:r>
              <a:t>Secure, reliable, and ready for real-world deployment.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